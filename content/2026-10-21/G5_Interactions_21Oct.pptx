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Clarify: plants make sugars by photosynthesis; minerals from soil are not the same as food.</a:t>
            </a:r>
          </a:p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observations:A plant cover and roots hold soil;B bare ground and runoff channel. Infer greater erosion risk in B, not a measured rate.</a:t>
            </a:r>
          </a:p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Answers:soil=geosphere,tree=biosphere;roots hold soil;removing plants may increase soil loss.</a:t>
            </a:r>
          </a:p>
          <a:p>
            <a:r>
              <a:t>Aligned to Lesson Preparation Book entry dated21/10/2026. Science check: Existing Grade5 lesson deck slides5,11,12; approved preparation-book entry21/10.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Living things and land change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754879"/>
            <a:ext cx="3474720" cy="777240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617720"/>
            <a:ext cx="3474720" cy="182880"/>
          </a:xfrm>
          <a:prstGeom prst="roundRect">
            <a:avLst/>
          </a:prstGeom>
          <a:solidFill>
            <a:srgbClr val="65A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15400" y="3474720"/>
            <a:ext cx="228600" cy="1371600"/>
          </a:xfrm>
          <a:prstGeom prst="roundRect">
            <a:avLst/>
          </a:prstGeom>
          <a:solidFill>
            <a:srgbClr val="846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301752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301752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8503920" y="4754879"/>
            <a:ext cx="548640" cy="548641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2560" y="4754879"/>
            <a:ext cx="0" cy="548641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4754879"/>
            <a:ext cx="548640" cy="548641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269748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7365D"/>
                </a:solidFill>
                <a:latin typeface="Arial"/>
              </a:defRPr>
            </a:pPr>
            <a:r>
              <a:t>How can a plant protect the ground it grows 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203144"/>
                </a:solidFill>
                <a:latin typeface="Arial"/>
              </a:defRPr>
            </a:pPr>
            <a:r>
              <a:t>Model interactions. Predict changes. Use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Two spheres, one interacting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GEOSPHERE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Rocks, soil and sediments.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nonliving rocky part of Earth.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BIOSPHERE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All living things.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Plants, animals and microorganisms.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Soil supports plants. Plants affect soil.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Soil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Plant roots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Growing plant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Soil provides support, water and mineral nutrients.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Roots anchor plants and help hold soil in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What changes when soil washes away?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Soil is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Roots lose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Growth may suffer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Prediction: exposed roots and less soil can make it harder for plants to stay anchored and get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Compare two habitats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3474720" cy="777240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3474720" cy="182880"/>
          </a:xfrm>
          <a:prstGeom prst="roundRect">
            <a:avLst/>
          </a:prstGeom>
          <a:solidFill>
            <a:srgbClr val="65A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3566160"/>
            <a:ext cx="228600" cy="1371600"/>
          </a:xfrm>
          <a:prstGeom prst="roundRect">
            <a:avLst/>
          </a:prstGeom>
          <a:solidFill>
            <a:srgbClr val="846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310896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274320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3108960"/>
            <a:ext cx="1371600" cy="1188720"/>
          </a:xfrm>
          <a:prstGeom prst="roundRect">
            <a:avLst/>
          </a:prstGeom>
          <a:solidFill>
            <a:srgbClr val="4B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2103120" y="4846320"/>
            <a:ext cx="548640" cy="548640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51760" y="4846320"/>
            <a:ext cx="0" cy="548640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51760" y="4846320"/>
            <a:ext cx="548640" cy="548640"/>
          </a:xfrm>
          <a:prstGeom prst="line">
            <a:avLst/>
          </a:prstGeom>
          <a:ln w="38100">
            <a:solidFill>
              <a:srgbClr val="73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0" y="4572000"/>
            <a:ext cx="3474720" cy="777240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0" y="4389120"/>
            <a:ext cx="365760" cy="1005840"/>
          </a:xfrm>
          <a:prstGeom prst="roundRect">
            <a:avLst/>
          </a:prstGeom>
          <a:solidFill>
            <a:srgbClr val="5B9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3774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87E8B"/>
                </a:solidFill>
                <a:latin typeface="Arial"/>
              </a:defRPr>
            </a:pPr>
            <a:r>
              <a:t>A: plants cover the soil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774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87E8B"/>
                </a:solidFill>
                <a:latin typeface="Arial"/>
              </a:defRPr>
            </a:pPr>
            <a:r>
              <a:t>B: bare soil and runoff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03144"/>
                </a:solidFill>
                <a:latin typeface="Arial"/>
              </a:defRPr>
            </a:pPr>
            <a:r>
              <a:t>What do you observe? Which place may lose more soil? Why?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Build a cause-effect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MODEL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Draw soil, roots and a plant.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Add two interaction arrows.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Predict an effect of removing plants.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EXPLAIN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Claim: I think...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Evidence: I observe...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Reason: This matters because...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5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Explain 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Earth's Systems | Lesson1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1. Which sphere includes soil?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2. Which includes a tree?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3. How do roots affect soil?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4. Predict an effect of plant removal.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Living and nonliving parts affect one another.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