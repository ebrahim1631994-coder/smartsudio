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Lesson Preparation Book entry dated21/10/2026. Science check: https://www.ninds.nih.gov/health-information/public-education/brain-basics/brain-basics-know-your-brain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Lesson Preparation Book entry dated21/10/2026. Science check: https://www.ninds.nih.gov/health-information/public-education/brain-basics/brain-basics-know-your-brain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Aligned to Lesson Preparation Book entry dated21/10/2026. Science check: https://www.ninds.nih.gov/health-information/public-education/brain-basics/brain-basics-know-your-brain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fictional heat only. No painful or hot-surface testing. Some reflexes involve brainstem rather than spinal cord.</a:t>
            </a:r>
          </a:p>
          <a:p>
            <a:r>
              <a:t>Aligned to Lesson Preparation Book entry dated21/10/2026. Science check: https://www.ninds.nih.gov/health-information/public-education/brain-basics/brain-basics-know-your-brain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Pulling away=withdrawal reflex;choosing pencil=voluntary. Both use nerve messages and muscles.</a:t>
            </a:r>
          </a:p>
          <a:p>
            <a:r>
              <a:t>Aligned to Lesson Preparation Book entry dated21/10/2026. Science check: https://www.ninds.nih.gov/health-information/public-education/brain-basics/brain-basics-know-your-brain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Memory involves networks of neurons, not one literal recording box.</a:t>
            </a:r>
          </a:p>
          <a:p>
            <a:r>
              <a:t>Aligned to Lesson Preparation Book entry dated21/10/2026. Science check: https://www.ninds.nih.gov/health-information/public-education/brain-basics/brain-basics-know-your-brain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Alarm sound=stimulus;choosing safe route=response informed by memory. Withdrawal case=reflex.</a:t>
            </a:r>
          </a:p>
          <a:p>
            <a:r>
              <a:t>Aligned to Lesson Preparation Book entry dated21/10/2026. Science check: https://www.ninds.nih.gov/health-information/public-education/brain-basics/brain-basics-know-your-brain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Answers:hearing bell=stimulus;reflex fast automatic protective;chosen action involves conscious control;memory informs future behavior.</a:t>
            </a:r>
          </a:p>
          <a:p>
            <a:r>
              <a:t>Aligned to Lesson Preparation Book entry dated21/10/2026. Science check: https://www.ninds.nih.gov/health-information/public-education/brain-basics/brain-basics-know-your-brain</a:t>
            </a:r>
          </a:p>
          <a:p>
            <a:r>
              <a:t>Diagrams and example data are illustrative, not textbook reproductions.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6 | Science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SUMMARY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How can your body react so quickly?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Body Systems | Lesson5 Part3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Detect a stimulus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565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Process information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Respond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700" b="0">
                <a:solidFill>
                  <a:srgbClr val="203144"/>
                </a:solidFill>
                <a:latin typeface="Arial"/>
              </a:defRPr>
            </a:pPr>
            <a:r>
              <a:t>Compare voluntary actions and simple reflexes.</a:t>
            </a:r>
          </a:p>
          <a:p>
            <a:pPr>
              <a:spcAft>
                <a:spcPts val="1200"/>
              </a:spcAft>
              <a:defRPr sz="2700" b="0">
                <a:solidFill>
                  <a:srgbClr val="203144"/>
                </a:solidFill>
                <a:latin typeface="Arial"/>
              </a:defRPr>
            </a:pPr>
            <a:r>
              <a:t>Explain how stored information guides later behavior.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6 | Science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SUMMARY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Stimulus in. Response 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Body Systems | Lesson5 Part3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STIMULUS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A change that can be detected.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Example: light reaches your eyes.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An action or change following a stimulus.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Example: you turn toward the light.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6 | Science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SUMMARY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A voluntary action includes a choice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Body Systems | Lesson5 Part3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Eyes detect a ball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565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Brain processes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Hand muscles move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700" b="0">
                <a:solidFill>
                  <a:srgbClr val="203144"/>
                </a:solidFill>
                <a:latin typeface="Arial"/>
              </a:defRPr>
            </a:pPr>
            <a:r>
              <a:t>Sensory messages travel toward the central nervous system. Motor messages go to muscles.</a:t>
            </a:r>
          </a:p>
          <a:p>
            <a:pPr>
              <a:spcAft>
                <a:spcPts val="1200"/>
              </a:spcAft>
              <a:defRPr sz="2700" b="0">
                <a:solidFill>
                  <a:srgbClr val="203144"/>
                </a:solidFill>
                <a:latin typeface="Arial"/>
              </a:defRPr>
            </a:pPr>
            <a:r>
              <a:t>Voluntary actions are under conscious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6 | Science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SUMMARY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A withdrawal reflex is fast and automatic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Body Systems | Lesson5 Part3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Skin receptors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565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Spinal 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Arm muscles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700" b="0">
                <a:solidFill>
                  <a:srgbClr val="203144"/>
                </a:solidFill>
                <a:latin typeface="Arial"/>
              </a:defRPr>
            </a:pPr>
            <a:r>
              <a:t>A simple withdrawal reflex can be coordinated in the spinal cord. Messages also reach the brain, so you become aware of what happened.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6 | Science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COMPARE &amp; EXPLAIN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Reflex or voluntary action?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Body Systems | Lesson5 Part3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A: PULLING 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A hand touches something hot and withdraws quickly.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Is a conscious decision needed first?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B: PICKING UP A PENCIL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A student sees a pencil and chooses to pick it up.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Where does choice fit in the pathway?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6 | Science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SUMMARY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Some information is stored as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Body Systems | Lesson5 Part3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565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Information stored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087E8B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697480"/>
            <a:ext cx="3291839" cy="1097280"/>
          </a:xfrm>
          <a:prstGeom prst="round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898648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Later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700" b="0">
                <a:solidFill>
                  <a:srgbClr val="203144"/>
                </a:solidFill>
                <a:latin typeface="Arial"/>
              </a:defRPr>
            </a:pPr>
            <a:r>
              <a:t>You learn the route to a classroom.</a:t>
            </a:r>
          </a:p>
          <a:p>
            <a:pPr>
              <a:spcAft>
                <a:spcPts val="1200"/>
              </a:spcAft>
              <a:defRPr sz="2700" b="0">
                <a:solidFill>
                  <a:srgbClr val="203144"/>
                </a:solidFill>
                <a:latin typeface="Arial"/>
              </a:defRPr>
            </a:pPr>
            <a:r>
              <a:t>Later, memory helps you choose where to walk.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6 | Science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PAIR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Trace it. Classify it. Explain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Body Systems | Lesson5 Part3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CASE1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An alarm sounds. A student remembers the practiced route and walks to the safe exit.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Identify stimulus, response and memory.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CASE2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A finger touches something unexpectedly hot and the hand pulls back.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Draw the rapid message pathway.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56032"/>
            <a:ext cx="337941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7365D"/>
                </a:solidFill>
                <a:latin typeface="Arial"/>
              </a:defRPr>
            </a:pPr>
            <a:r>
              <a:t>EDUGATES INTERNATIONAL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27588"/>
                </a:solidFill>
                <a:latin typeface="Arial"/>
              </a:defRPr>
            </a:pPr>
            <a:r>
              <a:t>Grade 6 | Science | Wednesday 21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87E8B"/>
                </a:solidFill>
                <a:latin typeface="Arial"/>
              </a:defRPr>
            </a:pPr>
            <a:r>
              <a:t>CHECK &amp; 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7365D"/>
                </a:solidFill>
                <a:latin typeface="Arial"/>
              </a:defRPr>
            </a:pPr>
            <a:r>
              <a:t>One system, different responses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Body Systems | Lesson5 Part3 | Mister Ibrahim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27588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SMARTSTUDIO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1. Bell sound: stimulus or response?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2. Why are reflexes protective?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3. What is a voluntary action?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4. How does memory guide you?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560320"/>
            <a:ext cx="5303520" cy="3108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61488"/>
            <a:ext cx="490118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7365D"/>
                </a:solidFill>
                <a:latin typeface="Arial"/>
              </a:defRPr>
            </a:pPr>
            <a:r>
              <a:t>REMEMBER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4901183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Detect &gt; process &gt; respond.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Some information is stored.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Mister Ibrahim SmartStudio</a:t>
            </a:r>
          </a:p>
          <a:p>
            <a:pPr>
              <a:spcAft>
                <a:spcPts val="1200"/>
              </a:spcAft>
              <a:defRPr sz="2300" b="0">
                <a:solidFill>
                  <a:srgbClr val="203144"/>
                </a:solidFill>
                <a:latin typeface="Arial"/>
              </a:defRPr>
            </a:pPr>
            <a:r>
              <a:t>HW on Classera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