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</c:v>
                </c:pt>
              </c:strCache>
            </c:strRef>
          </c:tx>
          <c:spPr>
            <a:ln w="38100">
              <a:solidFill>
                <a:srgbClr val="087E8B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38</c:v>
                </c:pt>
                <c:pt idx="2">
                  <c:v>63</c:v>
                </c:pt>
                <c:pt idx="3">
                  <c:v>86</c:v>
                </c:pt>
                <c:pt idx="4">
                  <c:v>98</c:v>
                </c:pt>
                <c:pt idx="5">
                  <c:v>104</c:v>
                </c:pt>
                <c:pt idx="6">
                  <c:v>97</c:v>
                </c:pt>
                <c:pt idx="7">
                  <c:v>101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</c:v>
                </c:pt>
              </c:strCache>
            </c:strRef>
          </c:tx>
          <c:spPr>
            <a:ln w="38100">
              <a:solidFill>
                <a:srgbClr val="E8AE39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https://www.nps.gov/teachers/classrooms/carrying-capacity.htm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https://www.nps.gov/teachers/classrooms/carrying-capacity.htm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https://www.nps.gov/teachers/classrooms/carrying-capacity.htm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https://www.nps.gov/teachers/classrooms/carrying-capacity.htm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Hypothetical example, not actual ecosystem carrying capacity. Equal-share arithmetic illustrates competition;survival and reproduction depend on more than food alone.</a:t>
            </a:r>
          </a:p>
          <a:p>
            <a:r>
              <a:t>Aligned to Lesson Preparation Book entry dated21/10/2026. Science check: https://www.nps.gov/teachers/classrooms/carrying-capacity.htm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https://www.nps.gov/teachers/classrooms/carrying-capacity.htm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Drought event is generally density-independent;competition for remaining water can be density-dependent. Distinguish trigger from subsequent mechanism.</a:t>
            </a:r>
          </a:p>
          <a:p>
            <a:r>
              <a:t>Aligned to Lesson Preparation Book entry dated21/10/2026. Science check: https://www.nps.gov/teachers/classrooms/carrying-capacity.htm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 is not permanent exact ceiling;populations can fluctuate around it or overshoot.</a:t>
            </a:r>
          </a:p>
          <a:p>
            <a:r>
              <a:t>Aligned to Lesson Preparation Book entry dated21/10/2026. Science check: https://www.nps.gov/teachers/classrooms/carrying-capacity.htm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https://www.nps.gov/teachers/classrooms/carrying-capacity.htm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field data.K=100;population grows then fluctuates near K. Below K does not guarantee growth;other factors matter.</a:t>
            </a:r>
          </a:p>
          <a:p>
            <a:r>
              <a:t>Aligned to Lesson Preparation Book entry dated21/10/2026. Science check: https://www.nps.gov/teachers/classrooms/carrying-capacity.htm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density-dependent disease;B density-independent frost;C less water can lower K. Drought trigger DI;competition for remaining water DD.</a:t>
            </a:r>
          </a:p>
          <a:p>
            <a:r>
              <a:t>Aligned to Lesson Preparation Book entry dated21/10/2026. Science check: https://www.nps.gov/teachers/classrooms/carrying-capacity.htm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 include food,water,space,shelter;competition effect increases with crowding;K changes with resources and conditions.</a:t>
            </a:r>
          </a:p>
          <a:p>
            <a:r>
              <a:t>Aligned to Lesson Preparation Book entry dated21/10/2026. Science check: https://www.nps.gov/teachers/classrooms/carrying-capacity.htm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Why can a population not grow forever?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Lesson1 Part2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IMAGINE A HABITAT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More organisms arrive, but food, water and space do not increase.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What is likely to change?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TODAY'S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Identify limiting factors.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Compare density effects.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Explain carrying capacity.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Limiting factors restrict population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Lesson1 Part2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Food, water, space and shelter can become scarce.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Competition can reduce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OTHER PRESSURES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Disease, predation and weather events can affect survival and reproduction.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Density-dependent: crowding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Lesson1 Part2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Higher density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More contact / competition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Growth slows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Examples: competition for food and spread of some diseases.</a:t>
            </a:r>
          </a:p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Explain the mechanism, not just the label.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Density-independent: not caused by crowding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Lesson1 Part2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A severe frost, flood or wildfire can affect a population regardless of its density.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ASK 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Would this event occur because organisms are crowded?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The trigger is not population density.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WORKED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More organisms, same food supply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Lesson1 Part2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60 food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10 animals: 6 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20 animals: 3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Illustrative equal-share model: when population doubles and food stays fixed, food per individual is halved.</a:t>
            </a:r>
          </a:p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Predict one possible effect on growth or survival.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EXPLAIN THE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Disease spread depends on 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Lesson1 Part2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DENSE POPULATION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More close contact can give some infections more opportunities to spread.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LESS DENSE POPULATION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Less frequent contact may reduce transmission opportunities.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The effect depends on the disease and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GUIDED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One event can create different pressures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Lesson1 Part2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THE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A drought reduces available water.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The drought is not caused by the population being crowded.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THE FOLLOW-ON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Many organisms compete for the remaining water.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Crowding can increase competition.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Carrying capacity is a sustainable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Lesson1 Part2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Resources decrease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Carrying capacity 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Population may decline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Carrying capacity (K): the population size an environment can support over time with its available resources and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CAUSE &amp;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Carrying capacity can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Lesson1 Part2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HABITAT IMPROVES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More food, water or shelter may allow the environment to support more individuals.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K may increase.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HABITAT DEGRADES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Less usable habitat or fewer resources may support fewer individuals.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K may decrease.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ILLUSTRATIVE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Read the population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Lesson1 Part2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468880"/>
          <a:ext cx="667512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818120" y="2560320"/>
            <a:ext cx="365760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NOTICE &amp; 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47472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What is K?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When does growth slow?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Can a population go above 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627588"/>
                </a:solidFill>
                <a:latin typeface="Arial"/>
              </a:defRPr>
            </a:pPr>
            <a:r>
              <a:t>Illustrative data | Horizontal: time steps | Vertical: organisms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GROUP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Classify the factor. Explain the effect.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Lesson1 Part2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344424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3041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CASE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30419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Crowded nesting sites increase contact and disease spread.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Dependent or independent?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8640" y="2560320"/>
            <a:ext cx="344424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9808" y="2761488"/>
            <a:ext cx="3041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CASE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9808" y="3520440"/>
            <a:ext cx="30419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A severe frost kills seedlings across the habitat.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Dependent or independent?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2560320"/>
            <a:ext cx="344424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8368" y="2761488"/>
            <a:ext cx="3041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CASE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8368" y="3520440"/>
            <a:ext cx="30419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A water source dries up.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How could K change?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Explain your reasoning.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CHECK &amp;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Connect factors to population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Lesson1 Part2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SMARTSTUDIO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1. Name two limiting resources.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2. How does crowding affect food?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3. Can carrying capacity change?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4. Predict an effect of less food.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Resources limit growth.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K can change.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Mister Ibrahim SmartStudio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HW on Classera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