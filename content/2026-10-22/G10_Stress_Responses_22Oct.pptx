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 fight-or-flight model. Not every student has every response. Stress symptoms can have other causes;do not diagnose from a list.</a:t>
            </a:r>
          </a:p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student;not a diagnosis. Prioritize trusted adult/school counselor when sleep/school functioning persistently affected. Self-care complements professional support,not replacement.</a:t>
            </a:r>
          </a:p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cases only. Do not require disclosure of personal mental health experiences. A:short-term response/recovery;B:ongoing impact warrants support.</a:t>
            </a:r>
          </a:p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Answers:physical muscle tension/heartbeat etc;emotional worry/irritability;duration and impact differentiate;trusted adult/counselor/health professional. Lists are not diagnostic.</a:t>
            </a:r>
          </a:p>
          <a:p>
            <a:r>
              <a:t>Aligned to live Lesson Preparation Book entry 22/10/2026. Source: https://www.nimh.nih.gov/health/publications/so-stressed-out-fact-sheet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What happens when stress lasts?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THINK ABOUT A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student feels tense before a presentation.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Another student has felt overwhelmed for weeks.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might differ?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LESSON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Describe body and emotional responses.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Compare brief and prolonged stress.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Recognize when to seek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A stressor and a stress response differ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STRESSOR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An external demand or event that can trigger stress.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Examples: a test, conflict or a major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STRESS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physical or mental response to that demand.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Examples: tense muscles, worry or trouble sleeping.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The body can prepare for a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Challenge is perceived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Body becomes more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Action /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Heart rate and breathing may increase. Muscles may tense.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A short response can help you react to a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Stress may show up in different 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PHYSICAL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Muscle tension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Headache or stomach discomfort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Faster heartbeat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Changes in sleep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MENTAL / EMOTIONAL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Worry or feeling overwhelmed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Irritability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Trouble concentrating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Feeling uneasy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The same situation can feel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STUDENT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 have practiced my talk and can ask for help.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demand feels manageable.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STUDENT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 am unprepared and worried about being judged.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demand feels harder to manage.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87E8B"/>
                </a:solidFill>
                <a:latin typeface="Arial"/>
              </a:defRPr>
            </a:pPr>
            <a:r>
              <a:t>Preparation, interpretation and available support can affect the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Brief stress allows time to recover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 short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Temporary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Recovery afterward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Feeling alert before a test can support preparation.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The response may settle after the demand ends. Not every stress response is harmful.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Prolonged stress can affect daily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WHEN DEMANDS CONTINUE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Repeated or ongoing stress may leave less time for recovery.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Sleep and concentration can suffer.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WATCH THE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Is schoolwork becoming harder?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Are sleep or relationships affected?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Does the distress persist?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WORKED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Match a response to a helpful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student worries most evenings, sleeps poorly and struggles to focus in class.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This has continued for several weeks.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REASONED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Do not label or diagnose.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Notice ongoing impact.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Talk with a trusted adult or school counselor.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Ask for health support if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Healthy coping is a set of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REDUCE THE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Break a task into small steps.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Set a realistic plan.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Ask for help with the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SUPPORT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Keep regular sleep and meals.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Use physical activity and calm breathing.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Stay connected to supportive people.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FULL LESSON | EXPLAIN &amp;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Know when to ask for more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Stress persists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Daily life is affected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Reach out for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Talk to a trusted adult, school counselor or health professional.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If you feel unsafe or cannot stay safe, get help immediately from an adult or local emergency services.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Explain, compare, 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student feels alert before a match, then relaxes after it.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suggests short-term stress?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CASE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student cannot sleep well and misses school because of ongoing worry.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support could help?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10 | Health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A response is a signal, not a weakness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What Causes Stress? | Part 2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1. Name one physical response.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2. Name one emotional response.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3. Why can prolonged stress matter?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4. When should someone seek help?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Notice duration and impact.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Healthy coping and support help.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