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https://openstax.org/books/biology-2e/pages/30-6-plant-sensory-systems-and-responses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Positive phototropism: growth toward light. Common shoot response; avoid implying every plant organ always grows toward light. Diagram shows change over days, not immediate movement.</a:t>
            </a:r>
          </a:p>
          <a:p>
            <a:r>
              <a:t>Aligned to live Lesson Preparation Book entry 22/10/2026. Source: https://openstax.org/books/biology-2e/pages/30-6-plant-sensory-systems-and-responses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https://openstax.org/books/biology-2e/pages/30-6-plant-sensory-systems-and-responses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https://openstax.org/books/biology-2e/pages/30-6-plant-sensory-systems-and-responses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A: shoot often bends toward side-light. B: root generally grows downward, shoot upward. Need time-series observations; drawing is prediction, not evidence.</a:t>
            </a:r>
          </a:p>
          <a:p>
            <a:r>
              <a:t>Aligned to live Lesson Preparation Book entry 22/10/2026. Source: https://openstax.org/books/biology-2e/pages/30-6-plant-sensory-systems-and-responses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Generic illustrative surfing scenario, not a reproduction or claim about a textbook photograph. Eyes provide visual input; inner-ear balance receptors also contribute. Nervous system coordinates muscle actions, experience guides chosen response.</a:t>
            </a:r>
          </a:p>
          <a:p>
            <a:r>
              <a:t>Aligned to live Lesson Preparation Book entry 22/10/2026. Source: https://openstax.org/books/biology-2e/pages/30-6-plant-sensory-systems-and-responses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https://openstax.org/books/biology-2e/pages/30-6-plant-sensory-systems-and-responses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 light; gravity; animals have nerves/plants do not; roots with gravity/shoots against it; surfer nervous and muscular systems coordinate.</a:t>
            </a:r>
          </a:p>
          <a:p>
            <a:r>
              <a:t>Aligned to live Lesson Preparation Book entry 22/10/2026. Source: https://openstax.org/books/biology-2e/pages/30-6-plant-sensory-systems-and-responses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Plants respond, even without nerves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Control and Information Processing | Part 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NOTICE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 seedling near a window bends toward the light.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What changed? What responded?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TODAY'S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Model responses to light and gravity.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Compare plants and animals.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Connect body systems in a surfer.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Light can change the direction of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Control and Information Processing | Part 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46320"/>
            <a:ext cx="1828800" cy="731520"/>
          </a:xfrm>
          <a:prstGeom prst="round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828800" y="3383280"/>
            <a:ext cx="0" cy="1463040"/>
          </a:xfrm>
          <a:prstGeom prst="line">
            <a:avLst/>
          </a:prstGeom>
          <a:ln w="152400">
            <a:solidFill>
              <a:srgbClr val="4B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5715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203144"/>
                </a:solidFill>
                <a:latin typeface="Arial"/>
              </a:defRPr>
            </a:pPr>
            <a:r>
              <a:t>Start: upright shoot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846320"/>
            <a:ext cx="1828800" cy="731520"/>
          </a:xfrm>
          <a:prstGeom prst="round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5486400" y="4114800"/>
            <a:ext cx="182880" cy="731520"/>
          </a:xfrm>
          <a:prstGeom prst="line">
            <a:avLst/>
          </a:prstGeom>
          <a:ln w="152400">
            <a:solidFill>
              <a:srgbClr val="4B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669280" y="3474720"/>
            <a:ext cx="548640" cy="640080"/>
          </a:xfrm>
          <a:prstGeom prst="line">
            <a:avLst/>
          </a:prstGeom>
          <a:ln w="152400">
            <a:solidFill>
              <a:srgbClr val="4B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89120" y="5715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203144"/>
                </a:solidFill>
                <a:latin typeface="Arial"/>
              </a:defRPr>
            </a:pPr>
            <a:r>
              <a:t>Later: bends toward light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063240"/>
            <a:ext cx="1005840" cy="1005840"/>
          </a:xfrm>
          <a:prstGeom prst="roundRect">
            <a:avLst/>
          </a:prstGeom>
          <a:solidFill>
            <a:srgbClr val="E8A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2519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203144"/>
                </a:solidFill>
                <a:latin typeface="Arial"/>
              </a:defRPr>
            </a:pPr>
            <a:r>
              <a:t>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26080"/>
            <a:ext cx="27432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17365D"/>
                </a:solidFill>
                <a:latin typeface="Arial"/>
              </a:defRPr>
            </a:pPr>
            <a:r>
              <a:t>Stimulus: light direction</a:t>
            </a:r>
          </a:p>
          <a:p>
            <a:pPr>
              <a:spcAft>
                <a:spcPts val="1100"/>
              </a:spcAft>
              <a:defRPr sz="2400" b="1">
                <a:solidFill>
                  <a:srgbClr val="17365D"/>
                </a:solidFill>
                <a:latin typeface="Arial"/>
              </a:defRPr>
            </a:pPr>
            <a:r>
              <a:t>Response: directional growth</a:t>
            </a:r>
          </a:p>
          <a:p>
            <a:pPr>
              <a:spcAft>
                <a:spcPts val="1100"/>
              </a:spcAft>
              <a:defRPr sz="2400" b="1">
                <a:solidFill>
                  <a:srgbClr val="17365D"/>
                </a:solidFill>
                <a:latin typeface="Arial"/>
              </a:defRPr>
            </a:pPr>
            <a:r>
              <a:t>Phototropism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Gravity gives another directional 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Control and Information Processing | Part 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ROOTS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Roots generally grow in the direction of gravity.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This helps roots enter the soil.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SHOOTS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Shoots generally grow against gravity.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This helps shoots reach above the soil.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087E8B"/>
                </a:solidFill>
                <a:latin typeface="Arial"/>
              </a:defRPr>
            </a:pPr>
            <a:r>
              <a:t>Gravitropism = directional growth in response to gravity.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Plants and animals share a response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Control and Information Processing | Part 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BOTH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Detect a stimulus.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Use internal signals.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Produce a response.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IMPORTANT DIFFERENCE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Animals can use nerves and muscles for rapid actions.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Many plant responses involve slower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GUIDED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Predict before you explain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Control and Information Processing | Part 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CASE A: SIDE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 seedling receives light from one side.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Predict the shoot direction.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Name the stimulus.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CASE B: TILTED 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 seedling pot is laid on its side.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Predict new root and shoot growth.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Use gravity in your explanation.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SYSTEM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A surfer uses several systems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Control and Information Processing | Part 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Eyes / balance receptors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Brain processes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Muscles adjust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A surfer detects a change in the wave and body position.</a:t>
            </a:r>
          </a:p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Nerve messages coordinate movement. Experience helps guide the response.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PAIR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Build a comparison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Control and Information Processing | Part 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PLANT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Draw light &gt; plant shoot.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Label the stimulus and growth response.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Add a gravity arrow.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ANIMAL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Draw wave change &gt; receptors &gt; brain &gt; muscles.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Where can learned experience help?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CHECK &amp;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Stimulus, signal,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Control and Information Processing | Part 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SMARTSTUDIO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1. What causes phototropism?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2. What causes gravitropism?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3. How do plants differ from animals?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4. Explain a surfer's response.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Plants respond without nerves.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Systems work together in animals.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Mister Ibrahim SmartStudio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HW on Classera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