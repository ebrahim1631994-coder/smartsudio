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Invented teaching data, equal starting temperatures. A +7 C consistent with exothermic; B -7 C consistent with endothermic. Need control/insulation and other evidence to establish chemical reaction.</a:t>
            </a:r>
          </a:p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air-activated warmers use oxidation. Many instant cold packs use endothermic dissolution; not all pack types involve chemical reaction. Never open packs or run skin-temperature tests.</a:t>
            </a:r>
          </a:p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Claim1 false: bond breaking requires energy; net energy out means formation released more. Claim2 false: thermal energy leaves hand into pack.</a:t>
            </a:r>
          </a:p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https://www.bbc.co.uk/bitesize/articles/z64swsg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Use evidence to explain hot and cold packs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Observe a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Trace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Explain the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Classify energy transfers. Link net transfer to bonds.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Use a model rather than saying a pack makes heat or coldness.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Choose the system before classifying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EXOTHERMIC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Energy transfers out of the reaction system to the surroundings.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surroundings may warm.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ENDOTHERMIC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Energy transfers into the reaction system from the surroundings.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surroundings may cool.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What do the measurements suggest?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PROCESS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Start: 22 C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Finish: 29 C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changed by how much?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PROCESS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Start: 22 C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Finish: 15 C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changed by how much?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627588"/>
                </a:solidFill>
                <a:latin typeface="Arial"/>
              </a:defRPr>
            </a:pPr>
            <a:r>
              <a:t>Illustrative data. Temperature change alone does not prove a chemical reaction.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Explain the direction of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A: TEMPERATURE 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If the process warms the nearby surroundings, energy has moved out of the system.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Consistent with exothermic.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B: TEMPERATURE 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If the process draws energy from nearby surroundings, they cool.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Consistent with endothermic.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Breaking needs energy. Forming releases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Break reactant bonds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Form product bonds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Compare the amounts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More absorbed than released: endothermic overall.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More released than absorbed: exothermic overall.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MODEL &amp;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Two packs, two energy arrows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AIR-ACTIVATED WARMER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Reaction system &gt; surroundings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Energy leaves the system.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hand can feel warmer.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INSTANT COLD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Surroundings &gt; pack contents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Energy enters the system.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hand can feel cooler.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627588"/>
                </a:solidFill>
                <a:latin typeface="Arial"/>
              </a:defRPr>
            </a:pPr>
            <a:r>
              <a:t>Pack chemistry varies. Cooling can result from dissolution, not a chemical reaction.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Repair the claim with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CLAIM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Breaking bonds gives out heat, so the reaction warms up.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must be corrected?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CLAIM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pack releases coldness.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Replace this with a system, an arrow and an energy statement.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One explanation, three pieces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 5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1. Classify A and B.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2. Draw an energy arrow for B.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3. Does bond breaking need energy?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4. Can cooling prove a reaction?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State system and surroundings.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Use net energy transfer.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