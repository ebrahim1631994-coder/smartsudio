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Exponential model</c:v>
                </c:pt>
              </c:strCache>
            </c:strRef>
          </c:tx>
          <c:spPr>
            <a:ln w="38100">
              <a:solidFill>
                <a:srgbClr val="627588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8</c:v>
                </c:pt>
                <c:pt idx="2">
                  <c:v>13</c:v>
                </c:pt>
                <c:pt idx="3">
                  <c:v>21</c:v>
                </c:pt>
                <c:pt idx="4">
                  <c:v>34</c:v>
                </c:pt>
                <c:pt idx="5">
                  <c:v>55</c:v>
                </c:pt>
                <c:pt idx="6">
                  <c:v>89</c:v>
                </c:pt>
                <c:pt idx="7">
                  <c:v>144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Logistic model</c:v>
                </c:pt>
              </c:strCache>
            </c:strRef>
          </c:tx>
          <c:spPr>
            <a:ln w="38100">
              <a:solidFill>
                <a:srgbClr val="087E8B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</c:v>
                </c:pt>
                <c:pt idx="1">
                  <c:v>12</c:v>
                </c:pt>
                <c:pt idx="2">
                  <c:v>27</c:v>
                </c:pt>
                <c:pt idx="3">
                  <c:v>50</c:v>
                </c:pt>
                <c:pt idx="4">
                  <c:v>73</c:v>
                </c:pt>
                <c:pt idx="5">
                  <c:v>88</c:v>
                </c:pt>
                <c:pt idx="6">
                  <c:v>95</c:v>
                </c:pt>
                <c:pt idx="7">
                  <c:v>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 for logistic model</c:v>
                </c:pt>
              </c:strCache>
            </c:strRef>
          </c:tx>
          <c:spPr>
            <a:ln w="38100">
              <a:solidFill>
                <a:srgbClr val="E8AE39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https://openstax.org/books/concepts-biology/pages/19-2-population-growth-and-regulation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https://openstax.org/books/concepts-biology/pages/19-2-population-growth-and-regulation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Hypothetical counts:100+18+7-10-5=110. Net change+10. Population closed except listed migration;same interval.</a:t>
            </a:r>
          </a:p>
          <a:p>
            <a:r>
              <a:t>Aligned to live Lesson Preparation Book entry 22/10/2026. Source: https://openstax.org/books/concepts-biology/pages/19-2-population-growth-and-regulation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values chosen to show J-like vs S-like patterns. Not field data or fitted equations. Carrying capacity100 organisms. Population models are simplifications.</a:t>
            </a:r>
          </a:p>
          <a:p>
            <a:r>
              <a:t>Aligned to live Lesson Preparation Book entry 22/10/2026. Source: https://openstax.org/books/concepts-biology/pages/19-2-population-growth-and-regulation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https://openstax.org/books/concepts-biology/pages/19-2-population-growth-and-regulation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https://openstax.org/books/concepts-biology/pages/19-2-population-growth-and-regulation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Fewer resources may lower K; immigration can temporarily increase size; population change needs all four processes. No conclusion that a plateau means no births/deaths.</a:t>
            </a:r>
          </a:p>
          <a:p>
            <a:r>
              <a:t>Aligned to live Lesson Preparation Book entry 22/10/2026. Source: https://openstax.org/books/concepts-biology/pages/19-2-population-growth-and-regulation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Hypothetical counts:80+12+3-8-7=80. Net0. Births/deaths/migration still occur. Food decline may lower future growth orK;not certainty.</a:t>
            </a:r>
          </a:p>
          <a:p>
            <a:r>
              <a:t>Aligned to live Lesson Preparation Book entry 22/10/2026. Source: https://openstax.org/books/concepts-biology/pages/19-2-population-growth-and-regulation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live Lesson Preparation Book entry 22/10/2026. Source: https://openstax.org/books/concepts-biology/pages/19-2-population-growth-and-regulation</a:t>
            </a:r>
          </a:p>
          <a:p>
            <a:r>
              <a:t>No fresh complete textbook-page audit. Diagrams/data are illustrative, not reproduced textbook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Relationship Id="rId4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What makes a population change?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Part 3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START WITH A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A population has more individuals this month.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Was that only because more were born?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TODAY'S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Track four population changes.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Compare growth models.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Predict using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Four processes change population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Part 3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ADD INDIVIDUALS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Births: new individuals are born.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Immigration: individuals enter from elsewhere.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REMOVE INDIVIDUALS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Deaths: individuals die.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Emigration: individuals leave for another area.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WORKED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Account for every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Part 3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Start: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Add: 18 births + 7 arrivals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Subtract: 10 deaths + 5 exits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33272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600" b="0">
                <a:solidFill>
                  <a:srgbClr val="203144"/>
                </a:solidFill>
                <a:latin typeface="Arial"/>
              </a:defRPr>
            </a:pPr>
            <a:r>
              <a:t>New size = 100 + 18 + 7 - 10 - 5 = 110.</a:t>
            </a:r>
          </a:p>
          <a:p>
            <a:pPr>
              <a:spcAft>
                <a:spcPts val="1100"/>
              </a:spcAft>
              <a:defRPr sz="2600" b="0">
                <a:solidFill>
                  <a:srgbClr val="203144"/>
                </a:solidFill>
                <a:latin typeface="Arial"/>
              </a:defRPr>
            </a:pPr>
            <a:r>
              <a:t>Net change = +10 individuals during the interval.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Compare two simplified growth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Part 3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2468880"/>
          <a:ext cx="7315200" cy="3383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0" y="2743200"/>
            <a:ext cx="31089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17365D"/>
                </a:solidFill>
                <a:latin typeface="Arial"/>
              </a:defRPr>
            </a:pPr>
            <a:r>
              <a:t>Which line keeps accelerating?</a:t>
            </a:r>
          </a:p>
          <a:p>
            <a:pPr>
              <a:spcAft>
                <a:spcPts val="1100"/>
              </a:spcAft>
              <a:defRPr sz="2400" b="1">
                <a:solidFill>
                  <a:srgbClr val="17365D"/>
                </a:solidFill>
                <a:latin typeface="Arial"/>
              </a:defRPr>
            </a:pPr>
            <a:r>
              <a:t>Which slows near K?</a:t>
            </a:r>
          </a:p>
          <a:p>
            <a:pPr>
              <a:spcAft>
                <a:spcPts val="1100"/>
              </a:spcAft>
              <a:defRPr sz="2400" b="1">
                <a:solidFill>
                  <a:srgbClr val="17365D"/>
                </a:solidFill>
                <a:latin typeface="Arial"/>
              </a:defRPr>
            </a:pPr>
            <a:r>
              <a:t>Why might this happen?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500" b="0">
                <a:solidFill>
                  <a:srgbClr val="627588"/>
                </a:solidFill>
                <a:latin typeface="Arial"/>
              </a:defRPr>
            </a:pPr>
            <a:r>
              <a:t>Illustrative models | Horizontal: time steps | Vertical: individuals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Exponential growth: a J-shaped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Part 3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MODEL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Resources are plentiful and limiting effects are weak.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The population can grow by a similar proportion per interval.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PATTERN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As population size grows, more individuals are added each interval.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This cannot continue indefinitely.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Logistic growth: limits slow the increase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Part 3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Small population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Resources become limiting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Growth slows near 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33272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600" b="0">
                <a:solidFill>
                  <a:srgbClr val="203144"/>
                </a:solidFill>
                <a:latin typeface="Arial"/>
              </a:defRPr>
            </a:pPr>
            <a:r>
              <a:t>K is the population an environment can support over time.</a:t>
            </a:r>
          </a:p>
          <a:p>
            <a:pPr>
              <a:spcAft>
                <a:spcPts val="1100"/>
              </a:spcAft>
              <a:defRPr sz="2600" b="0">
                <a:solidFill>
                  <a:srgbClr val="203144"/>
                </a:solidFill>
                <a:latin typeface="Arial"/>
              </a:defRPr>
            </a:pPr>
            <a:r>
              <a:t>Real populations can fluctuate around K or overshoot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GUIDED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Use evidence, not only the curve 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Part 3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CASE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A habitat loses half its usable feeding area.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How might K change?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Explain your reasoning.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CASE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Births and deaths are equal, but many individuals arrive.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Could the population still increase?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PAIR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Make a prediction and defend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Part 3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THE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Start: 80 individuals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12 births, 3 immigrants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8 deaths, 7 emigrants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Food availability is declining.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YOUR EXPLANATION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Calculate the new size.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Is the population inactive?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Predict a possible later effect of less food.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9 | Biology | Thursday 22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CHECK &amp;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3200" b="1">
                <a:solidFill>
                  <a:srgbClr val="17365D"/>
                </a:solidFill>
                <a:latin typeface="Arial"/>
              </a:defRPr>
            </a:pPr>
            <a:r>
              <a:t>Account, compare, predict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Population Dynamics | Part 3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SMARTSTUDIO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1. Name the four processes.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2. What is the J-shaped model?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3. Why does logistic growth slow?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4. Does stable size mean no births?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546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17365D"/>
                </a:solidFill>
                <a:latin typeface="Arial"/>
              </a:defRPr>
            </a:pPr>
            <a:r>
              <a:t>REMEMBER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Size changes through four flows.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Resources limit long-term growth.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Mister Ibrahim SmartStudio</a:t>
            </a:r>
          </a:p>
          <a:p>
            <a:pPr>
              <a:spcAft>
                <a:spcPts val="11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HW on Classera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