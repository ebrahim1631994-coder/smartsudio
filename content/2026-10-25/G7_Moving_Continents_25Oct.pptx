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7 Science  |  Dynamic Earth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1: Moving Continents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Part 1: The Continental Drift Idea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Sunday, October 25, 2026  •  Period 3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Describe Alfred Wegener's continental drift hypothesis.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Identify the matching-coastline observation that started the idea.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Explain why most scientists first rejected continental drift.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Look at the cut-out continents on your table. Which pieces seem to fit together - and how could you check?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We know Earth's surface is made of rock materials that change over time. But can whole continents change position?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Think - Pair - Share: arrange the pieces, then defend your arrangement to another pair.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continental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hypothesis that continents slowly move across Earth's surface.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Pangaea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ancient supercontinent - "all lands" - about 300 million years ago.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hypothesis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testable explanation that needs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Observations and data that support (or weaken) an idea.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An explanation of HOW something happens.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supercontinent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single huge landmass made of joined continents.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Alfred Wegener and His Big Idea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21208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BF8F00"/>
                </a:solidFill>
                <a:latin typeface="Arial"/>
              </a:rPr>
              <a:t>Alfred Wegener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German scientist and polar explorer (1880-1930).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In 1912 he proposed continental drift: the continents were once joined and have slowly drifted apart.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EEBF7"/>
                </a:solidFill>
                <a:latin typeface="Arial"/>
              </a:rPr>
              <a:t>He published his book The Origin of Continents and Oceans in 1915.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94960" cy="4480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What he claimed: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Long ago, all continents were joined in ONE supercontinent called Pangaea.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Over millions of years it broke apart, and the pieces moved to where they are today.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The continents are STILL moving - a few centimeters every year.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Pangaea: All Lands in One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pic>
        <p:nvPicPr>
          <p:cNvPr id="8" name="Picture 7" descr="panga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994516" cy="4709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554480"/>
            <a:ext cx="5760720" cy="4206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212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About 300 million years ago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all of today's continents were joined in one giant landmass.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Pangaea means "all lands" in Greek.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Around 200 million years ago it began to split apart.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Find it: South America tucked against Africa - the fit Wegener noticed.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Wikimedia Commons user Kieff, CC BY-SA 3.0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Matching-Coastline Clue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The east coast of South America and the west coast of Africa fit together like puzzle pieces.</a:t>
            </a:r>
          </a:p>
        </p:txBody>
      </p:sp>
      <p:sp>
        <p:nvSpPr>
          <p:cNvPr id="9" name="Freeform 8"/>
          <p:cNvSpPr/>
          <p:nvPr/>
        </p:nvSpPr>
        <p:spPr>
          <a:xfrm>
            <a:off x="1097280" y="2103120"/>
            <a:ext cx="4297680" cy="2377440"/>
          </a:xfrm>
          <a:custGeom>
            <a:avLst/>
            <a:gdLst/>
            <a:ahLst/>
            <a:cxnLst/>
            <a:rect l="l" t="t" r="r" b="b"/>
            <a:pathLst>
              <a:path w="4297680" h="2377440">
                <a:moveTo>
                  <a:pt x="0" y="0"/>
                </a:moveTo>
                <a:lnTo>
                  <a:pt x="3657600" y="0"/>
                </a:lnTo>
                <a:lnTo>
                  <a:pt x="3657600" y="640080"/>
                </a:lnTo>
                <a:lnTo>
                  <a:pt x="4297680" y="960120"/>
                </a:lnTo>
                <a:lnTo>
                  <a:pt x="3657600" y="1280160"/>
                </a:lnTo>
                <a:lnTo>
                  <a:pt x="3657600" y="2377440"/>
                </a:lnTo>
                <a:lnTo>
                  <a:pt x="0" y="2377440"/>
                </a:lnTo>
                <a:close/>
              </a:path>
            </a:pathLst>
          </a:custGeom>
          <a:solidFill>
            <a:srgbClr val="0E7C86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394960" y="2103120"/>
            <a:ext cx="2834640" cy="2377440"/>
          </a:xfrm>
          <a:custGeom>
            <a:avLst/>
            <a:gdLst/>
            <a:ahLst/>
            <a:cxnLst/>
            <a:rect l="l" t="t" r="r" b="b"/>
            <a:pathLst>
              <a:path w="2834640" h="2377440">
                <a:moveTo>
                  <a:pt x="0" y="0"/>
                </a:moveTo>
                <a:lnTo>
                  <a:pt x="2834640" y="0"/>
                </a:lnTo>
                <a:lnTo>
                  <a:pt x="2834640" y="2377440"/>
                </a:lnTo>
                <a:lnTo>
                  <a:pt x="0" y="2377440"/>
                </a:lnTo>
                <a:lnTo>
                  <a:pt x="0" y="1280160"/>
                </a:lnTo>
                <a:lnTo>
                  <a:pt x="640080" y="960120"/>
                </a:lnTo>
                <a:lnTo>
                  <a:pt x="0" y="640080"/>
                </a:lnTo>
                <a:close/>
              </a:path>
            </a:pathLst>
          </a:custGeom>
          <a:solidFill>
            <a:srgbClr val="BF8F00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Arial"/>
              </a:rPr>
              <a:t>SOUTH AMERICA (east coast)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572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F8F00"/>
                </a:solidFill>
                <a:latin typeface="Arial"/>
              </a:rPr>
              <a:t>AFRICA (west coast)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103120"/>
            <a:ext cx="2971800" cy="29260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286000"/>
            <a:ext cx="2514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Wegener was not the first to notice the fit.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But he was the first to build a full hypothesis around it.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Question: is a matching shape enough proof?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Why Was the Idea Rejected?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The problem: no mechanism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Wegener could not explain HOW huge continents could move.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He suggested they plow through the ocean floor like ships.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Physicists showed the ocean floor is far too strong - that would break the continents apart.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BF8F00"/>
                </a:solidFill>
                <a:latin typeface="Arial"/>
              </a:rPr>
              <a:t>What happened next: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Most scientists rejected the idea during Wegener's lifetime.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 good observation is not enough - science needs a testable HOW.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DEEBF7"/>
                </a:solidFill>
                <a:latin typeface="Arial"/>
              </a:rPr>
              <a:t>Decades later, new seafloor evidence proved him right. That story is our next lesson!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Guided Practice: Examine the Fit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With your partner, study the map of South America and Africa, then answer: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Where exactly do the two coastlines match best? Point to the bulge and the notch.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81528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552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91256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Matching shapes are interesting - but are they PROOF the continents moved?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What other evidence would you look for to test the idea? (Hint: what could you compare on both sides of the ocean?)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04103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E7C86"/>
                </a:solidFill>
                <a:latin typeface="Arial"/>
              </a:rPr>
              <a:t>Keep question 3 in mind - it leads straight into our next class: fossil and rock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Build the Case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In pairs, list every observation from today that supports moving continents.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Add any OTHER observation you can imagine that would help (be creative but scientific).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Rank your list from strongest to weakest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Be ready to defend your top choice to the class.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at least 3 observations, ranked, with one reason for your top choice.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Who proposed the continental drift hypothesis, and when?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was Pangaea, and what does its name mean?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Why did most scientists reject Wegener's idea at first?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your own words: give ONE reason scientists rejected continental drift, and say what evidence could have changed their minds.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