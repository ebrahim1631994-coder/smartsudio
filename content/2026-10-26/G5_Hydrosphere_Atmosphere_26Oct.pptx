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5 Science  |  Topic 3: Earth's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2: Hydrosphere and Atmosphere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The Complete Lesson  •  Monday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October 25 - 29, 2026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FULL LESSON -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Describe where Earth's water is found and how it moves through the water cycle.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Describe the atmosphere - what it is made of and why it matters for living things.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Explain how the hydrosphere and the atmosphere work together in weather.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FULL LESSON -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You step in a puddle in the morning. By afternoon, the puddle is GONE. Where did the water go?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Last week we modeled the GEOSPHERE (land) and the BIOSPHERE (living things). Today we add two more spheres: the HYDROSPHERE and the ATMOSPHERE.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Think - Pair - Share: write one sentence with your best idea, then compare with your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FULL LESSON -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hydrosphere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All the water on Earth - oceans, ice, rivers, lakes and groundwater.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atmosphere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blanket of gases that surrounds Earth.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evaporation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Liquid water warms up and changes into water vapor (a gas).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condensation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Water vapor cools and changes back into tiny liquid drops - clouds 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precipitation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Water falls from clouds as rain, snow, sleet or hail.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water vapor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Water in its gas form, invisible in the 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FULL LESSON -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Hydrosphere: Where Is Earth's Water?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21208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BF8F00"/>
                </a:solidFill>
                <a:latin typeface="Arial"/>
              </a:rPr>
              <a:t>Not shared evenly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Oceans (salty water): about 97%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Ice caps and glaciers (frozen fresh water): about 2%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EEBF7"/>
                </a:solidFill>
                <a:latin typeface="Arial"/>
              </a:rPr>
              <a:t>Liquid fresh water - lakes, rivers, groundwater: about 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94960" cy="4480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Wow fact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Almost all liquid fresh water is hidden underground.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 water in rivers and lakes is only a tiny slice we can see.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Every drop on Earth is part of the hydrosphere.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FULL LESSON -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Water Cycle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554480"/>
            <a:ext cx="5760720" cy="4206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212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The same water is used again and again.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 Sun heats the ocean. Water rises as vapor, cools into clouds, falls as rain and flows back to the sea.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 Sun's energy drives the WHOLE cycle.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Find it on the diagram: where do evaporation, condensation, precipitation and collection happen?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NASA (public domain)</a:t>
            </a:r>
          </a:p>
        </p:txBody>
      </p:sp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00200"/>
            <a:ext cx="5394960" cy="3026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FULL LESSON -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Four Key Processes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The Sun's energy moves water through the same four steps, again and again.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1. EVAPORATION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The Sun heats water in oceans, lakes and rivers. It changes into water vapor and rises.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44952" y="2999232"/>
            <a:ext cx="384048" cy="29260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47288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7016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2. CONDENSATION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High up, the air is cold. Vapor cools into tiny drops - a cloud is born.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9320" y="2999232"/>
            <a:ext cx="384048" cy="29260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6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3. PRECIPITATION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Drops grow heavy and fall: rain, snow, sleet or hail.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33688" y="2999232"/>
            <a:ext cx="384048" cy="29260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36024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4. COLLECTION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Water gathers in rivers, lakes and oceans - and soaks into the ground.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480560"/>
            <a:ext cx="11155680" cy="1051560"/>
          </a:xfrm>
          <a:prstGeom prst="roundRect">
            <a:avLst/>
          </a:prstGeom>
          <a:solidFill>
            <a:srgbClr val="DE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17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3864"/>
                </a:solidFill>
                <a:latin typeface="Arial"/>
              </a:rPr>
              <a:t>Remember: the SUN provides the energy - GRAVITY pulls water down - WIND (the atmosphere) carries the clouds.</a:t>
            </a:r>
          </a:p>
          <a:p>
            <a:r>
              <a:rPr sz="1300" b="0">
                <a:solidFill>
                  <a:srgbClr val="1F3864"/>
                </a:solidFill>
                <a:latin typeface="Arial"/>
              </a:rPr>
              <a:t>The cycle has no beginning and no end - the water you drink today was once rain over a dinosaur forest!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FULL LESSON -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Atmosphere: Earth's Blanket of Gases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What is it made of?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Nitrogen: about 78%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Oxygen: about 21%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Other gases: about 1% - including carbon dioxide and water vapor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BF8F00"/>
                </a:solidFill>
                <a:latin typeface="Arial"/>
              </a:rPr>
              <a:t>Why it matters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Gives us the air we breathe.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Keeps Earth warm enough for life.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DEEBF7"/>
                </a:solidFill>
                <a:latin typeface="Arial"/>
              </a:rPr>
              <a:t>Blocks harmful rays from the Sun.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DEEBF7"/>
                </a:solidFill>
                <a:latin typeface="Arial"/>
              </a:rPr>
              <a:t>It is where ALL weather happens.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FULL LESSON -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Guided Practice: Follow a Drop of Water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With your partner, trace ONE drop of water from the Red Sea to a cloud - and back again.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Start: your drop floats in the warm sea. What happens first - and what provides the energy?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81528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552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91256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Your drop is now vapor, high in the atmosphere. What happens next - and what carries 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How does your drop get back to the sea? Name each process on the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04103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E7C86"/>
                </a:solidFill>
                <a:latin typeface="Arial"/>
              </a:rPr>
              <a:t>Use the vocabulary words: evaporation, condensation, precipitation, collection.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FULL LESSON -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Draw the Water Cycle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In pairs, draw a big water cycle poster: the Sun, the sea, clouds, rain and a river.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Label the four processes with arrows: evaporation, condensation, precipitation, collection.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Add ONE sphere label at each step: hydrosphere, atmosphere, geosphere, biosphere.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Gallery walk: explain your poster to another pair using your vocabulary words.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all 4 processes labeled with arrows, 4 sphere labels, one clear explanation.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FULL LESSON -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Which process turns liquid water into water vapor?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Where is most of Earth's water found?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Name one gas in the atmosphere - and one way the atmosphere helps 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one or two sentences: explain how the hydrosphere and the atmosphere work together in the water cycle. Use at least two vocabulary words.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