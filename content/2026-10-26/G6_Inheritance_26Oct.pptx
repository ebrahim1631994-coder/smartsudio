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6 Science  |  Reproduction of Organisms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1: Inheritance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Part 1: Traits and How They Pass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Define inheritance and tell the difference between inherited and acquired traits.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how traits pass from parents to offspring through genes.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Use a simple Punnett square to predict offspring traits.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Look at the family photo cards on your table. Which features do children share with their parents - and which are different?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You already know living things reproduce. But why do offspring look LIKE their parents - yet never exactly the same?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sort the trait cards into 'born with it' and 'got it during life', then defend your sorting.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inheritance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passing of traits from parents to offspring.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trait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characteristic of an organism, like eye color or height.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inherited trait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trait you are born with, passed from your parents.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acquired trait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trait you gain during life, like a scar or a skill.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gene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segment of DNA that carries the instructions for a trait.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variation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Differences in traits among members of the same species.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Why Do We Look Like Our Parents?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The instruction manual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Your body is built from instructions stored in your genes.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Half of your genes came from your mother and half from your father.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That is why you may have your mother's eyes and your father's smile.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Inherited or acquired?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Inherited: eye color, dimples, blood type, natural hair color.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Acquired: reading, riding a bike, a scar, dyed hair.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Rule of thumb: if a skill or an event caused it, it is acquired.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Father of Genetics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Gregor Mendel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an Austrian friar and scientist (1822-1884).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He grew thousands of pea plants and counted their traits: tall or short stems, purple or white flowers.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His careful numbers showed that traits pass down in predictable patterns - before anyone knew DNA existed!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He is remembered as the father of genetics.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Gregor Mendel portrait, public domain (Wikimedia Commons)</a:t>
            </a:r>
          </a:p>
        </p:txBody>
      </p:sp>
      <p:pic>
        <p:nvPicPr>
          <p:cNvPr id="12" name="Picture 11" descr="mend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71600"/>
            <a:ext cx="399592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Predicting Traits: The Punnett Square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A Punnett square shows every way the parents' gene versions (alleles) can combine.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103120"/>
            <a:ext cx="2971800" cy="29260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286000"/>
            <a:ext cx="2514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Each parent gives ONE allele for each gene.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The square lists all combinations - it counts every chance.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Question: can two tall parents have a short child?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Arial"/>
              </a:rPr>
              <a:t>Cross:  Tt  x  Tt     (T = tall, dominant    t = short, recessive)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68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290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86"/>
                </a:solidFill>
                <a:latin typeface="Arial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2240280"/>
            <a:ext cx="1600200" cy="960120"/>
          </a:xfrm>
          <a:prstGeom prst="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7889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tall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2240280"/>
            <a:ext cx="1600200" cy="960120"/>
          </a:xfrm>
          <a:prstGeom prst="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27889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tall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3273552"/>
            <a:ext cx="1600200" cy="960120"/>
          </a:xfrm>
          <a:prstGeom prst="rect">
            <a:avLst/>
          </a:prstGeom>
          <a:solidFill>
            <a:srgbClr val="DEEA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383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22191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tall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9272" y="3273552"/>
            <a:ext cx="1600200" cy="960120"/>
          </a:xfrm>
          <a:prstGeom prst="rect">
            <a:avLst/>
          </a:prstGeom>
          <a:solidFill>
            <a:srgbClr val="FBE4D5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3383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</a:rPr>
              <a:t>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3822191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E7C86"/>
                </a:solidFill>
                <a:latin typeface="Arial"/>
              </a:rPr>
              <a:t>short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617720"/>
            <a:ext cx="5577840" cy="1188720"/>
          </a:xfrm>
          <a:prstGeom prst="round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47548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Result: TT, Tt, Tt are TALL - 3 of 4 boxes.</a:t>
            </a:r>
          </a:p>
          <a:p>
            <a:r>
              <a:rPr sz="1300" b="0">
                <a:solidFill>
                  <a:srgbClr val="1F3864"/>
                </a:solidFill>
                <a:latin typeface="Arial"/>
              </a:rPr>
              <a:t>tt is SHORT - 1 of 4 boxes.   Ratio 3 tall : 1 short (75% / 25%)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Dominant and Recessive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Alleles and dominance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Alleles are the different versions of a gene.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 dominant allele shows its trait whenever it is present (T).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 recessive allele shows its trait only when no dominant allele is there (tt).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What this means for families: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Two tall parents (Tt x Tt) can have a short child (tt) - about a 25% chance each time.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That is why a child can show a trait that neither parent shows.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Grandparents' traits can skip a generation!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Read the Square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use the Tt x Tt Punnett square, then answer: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How many of the 4 boxes give a TALL plant? What fraction is that?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Which box gives a short plant - and why that box only?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Both parents are tall. How can the baby plant be short? Explain using alleles.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Keep question 3 in mind - it explains why traits can skip a generation.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Trait Detectives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list 5 traits you can see in our class (dimples, curly hair, attached earlobes...).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Label each one: inherited or acquired? Be ready to prove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Pick one inherited trait and survey the class: how many students have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Present: is your trait common or rare? Guess if it is dominant.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5 traits listed and labeled, one class survey, one dominant-or-recessive guess.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6  |  REPRODUCTION OF ORGANISMS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is inheritance?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Give one inherited trait and one acquired trait.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In a Tt x Tt cross, what fraction of the offspring are short?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your own words: explain how two tall parents can have a short child. Use the words allele, dominant and recessive.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