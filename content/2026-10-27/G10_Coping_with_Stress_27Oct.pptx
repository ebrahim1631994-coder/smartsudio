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502920"/>
            <a:ext cx="7772400" cy="11313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Grade 10 Health  |  Chapter 3: Mental and Emotional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Lesson 4: Coping with Stress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864"/>
                </a:solidFill>
                <a:latin typeface="Arial"/>
              </a:rPr>
              <a:t>The Complete Lesson  •  Tuesday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Week 9  •  October 25 - 29, 2026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10  |  HEALTH CH3 L4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 Goals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91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36192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Explain what stress is and how the body responds to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34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Identify common stressors in a student's life and tell helpful stress from harmful stress.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Choose healthy strategies for coping with stress - and know when to ask for help.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10  |  HEALTH CH3 L4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Warm-Up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3864"/>
                </a:solidFill>
                <a:latin typeface="Arial"/>
              </a:rPr>
              <a:t>Your heart races before a big exam - and also before a big football final. Same body response. Is stress always a BAD thing?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108813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Connection: This chapter is about mental and emotional health. Stress touches every one of us - today we learn to manage it, not fear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Think - Pair - Share: write your one-sentence answer, then compare with your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10  |  HEALTH CH3 L4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Key Vocabulary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stress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body's reaction to a demand, challenge or threat.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stressor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Anything that causes stress - an exam, a conflict, a big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stress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body's automatic alarm: heart speeds up, muscles tense, senses sharpen.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adrenaline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hormone released during the stress response - it prepares the body to act.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coping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 way of managing stress - some are healthy, some are not.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eustress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POSITIVE stress that motivates you - like preparing for a match or a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10  |  HEALTH CH3 L4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What Is Stress?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21208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BF8F00"/>
                </a:solidFill>
                <a:latin typeface="Arial"/>
              </a:rPr>
              <a:t>Not always the enemy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A little stress (eustress) sharpens focus and pushes you to prepare.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Too much stress for too long harms sleep, mood and health.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94960" cy="4480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Common teen stressors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Exams and grades. Friend conflicts and social media.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Family changes. Big decisions about the future.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Different people feel different stressors - that is normal.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10  |  HEALTH CH3 L4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The Body's Alarm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54480"/>
            <a:ext cx="5760720" cy="4206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2120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The stress response is FIGHT or FLIGHT: adrenaline makes your heart pound, breathing quicken and muscles ready.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Great for real danger - but unhelpful when the "danger" is a math test.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Slow, deep breathing is the fastest way to switch the alarm OFF.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Try it now: in for 4 counts, hold for 4, out for 4 - three times.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Image: Wikimedia Commons, CC BY-SA 4.0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508760"/>
            <a:ext cx="4425696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10  |  HEALTH CH3 L4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Healthy Ways to Cope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You cannot delete stress - but you can choose your response to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Exercise burns off stress hormones and lifts your mood.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TALK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Share it with a friend, parent or counselor - saying it out loud shrinks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Break big tasks into small steps. A plan beats panic.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6024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5752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RECHARGE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Sleep well, eat well, breathe slowly, take screen breaks.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80560"/>
            <a:ext cx="11155680" cy="1051560"/>
          </a:xfrm>
          <a:prstGeom prst="roundRect">
            <a:avLst/>
          </a:prstGeom>
          <a:solidFill>
            <a:srgbClr val="DE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3864"/>
                </a:solidFill>
                <a:latin typeface="Arial"/>
              </a:rPr>
              <a:t>UNHEALTHY coping looks like: avoiding the problem, overeating or not eating, angry outbursts, endless scrolling, risky behavior.</a:t>
            </a:r>
          </a:p>
          <a:p>
            <a:r>
              <a:rPr sz="1300" b="0">
                <a:solidFill>
                  <a:srgbClr val="1F3864"/>
                </a:solidFill>
                <a:latin typeface="Arial"/>
              </a:rPr>
              <a:t>Warning sign: if stress feels too heavy for too long - TALK to a trusted adult. Asking for help is a strength.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10  |  HEALTH CH3 L4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Stress and Your Health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Short-term signs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Racing heart, sweaty hands, upset stomach, trouble focusing.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These fade when the stressor passes.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BF8F00"/>
                </a:solidFill>
                <a:latin typeface="Arial"/>
              </a:rPr>
              <a:t>Long-term risks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Ongoing stress can weaken immunity, disturb sleep and feed anxiety.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That is why daily coping habits matter - not just emergency fixes.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10  |  HEALTH CH3 L4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Guided Practice: Sort the Strategies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With your partner, label each response HEALTHY or UNHEALTHY - and say why: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75688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Sara has three exams this week, so she makes a study timetable and starts tonight.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81528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5526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91256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Omar is stressed about a fight with his friend, so he plays games until 3 AM and skips school.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7096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06824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Lina feels panic before a presentation, so she does ten slow breaths and practices out loud.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04103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E7C86"/>
                </a:solidFill>
                <a:latin typeface="Arial"/>
              </a:rPr>
              <a:t>Challenge: replace each unhealthy response with a better 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Guided practice: 8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10  |  HEALTH CH3 L4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Group Activity: My Stress Plan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2926080" cy="457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EEBF7"/>
                </a:solidFill>
                <a:latin typeface="Arial"/>
              </a:rPr>
              <a:t>GROUP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DEEBF7"/>
                </a:solidFill>
                <a:latin typeface="Arial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EEBF7"/>
                </a:solidFill>
                <a:latin typeface="Arial"/>
              </a:rPr>
              <a:t>Pairs. Worksheets on Classera when you finish.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572768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17904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In pairs, list your TOP TWO personal stressors (keep them as private as you like).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41448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3360" y="2596896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42032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For each stressor, choose TWO healthy coping strategies from today's lesson.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65576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621024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Add one DAILY habit that keeps stress low: sleep, movement, breathing or planning.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9704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45152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9028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Share one strategy (not the stressor) with the class.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559552"/>
            <a:ext cx="76809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678424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E7C86"/>
                </a:solidFill>
                <a:latin typeface="Arial"/>
              </a:rPr>
              <a:t>Success criteria: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two stressors matched with healthy strategies, one daily habit chosen.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Activity: 10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10  |  HEALTH CH3 L4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Check for Understanding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check - answer on your mini whiteboard: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11679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5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What is the difference between a stressor and the stress response?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4436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Name one healthy and one unhealthy way to cope with stress.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31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What is eustress - and give one example.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703320" cy="3291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57400"/>
            <a:ext cx="3246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In one or two sentences: explain why learning to cope with stress is part of staying healthy. Use at least two vocabulary words.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292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Check: 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