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5 Science  |  Topic 3: Earth's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2: Hydrosphere and Atmosphere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Review and Simple Questions  •  Tuesday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October 25 - 29, 2026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Review the water cycle and the four processes.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Review the atmosphere - its gases and why we need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Answer simple questions about the whole lesson with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Warm-Up: 60-Second Brain Dump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In 60 seconds, write EVERYTHING you remember from yesterday about water in our world. Go!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Yesterday we learned the full lesson - the hydrosphere, the water cycle and the atmosphere. Today we review it and practice with simple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Compare your list with your partner. Who remembered more?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hydrosphere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All the water on Earth - oceans, ice, rivers, lakes and groundwater.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atmosphere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blanket of gases that surrounds Earth.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evaporation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Liquid water warms up and changes into water vapor.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condensation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Water vapor cools into tiny drops - clouds 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precipitation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Water falls from clouds: rain, snow, sleet or hail.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water vapor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Water in its gas form, invisible in the 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Quick Review: Where Is the Water?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Remember the numbers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Oceans: about 97%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Ice caps and glaciers: about 2%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EEBF7"/>
                </a:solidFill>
                <a:latin typeface="Arial"/>
              </a:rPr>
              <a:t>Liquid fresh water: about 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questions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Where is MOST of Earth's water?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Is most fresh water easy to see, or hidden underground?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Why must we protect the tiny fresh-water slice?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Quick Review: The Water Cycle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Point at the diagram and say each process out loud.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Quick questions: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Which process makes clouds?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Which process needs the Sun's heat?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What drives the WHOLE cycle?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NASA (public domain)</a:t>
            </a:r>
          </a:p>
        </p:txBody>
      </p:sp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00200"/>
            <a:ext cx="5394960" cy="3026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Quick Review: Four Key Processes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Say the four steps in order - then test yourself with the questions below.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1. EVAPORATION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Q: What changes liquid water into vapor? (the Sun's heat)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2. CONDENSATION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Q: What forms when vapor cools high in the sky? (a cloud)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3. PRECIPITATION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Q: Name two kinds of precipitation. (rain, snow...)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6024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5752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4.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Q: Where does water gather after it falls? (rivers, lakes, oceans, ground)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0560"/>
            <a:ext cx="11155680" cy="1051560"/>
          </a:xfrm>
          <a:prstGeom prst="roundRect">
            <a:avLst/>
          </a:prstGeom>
          <a:solidFill>
            <a:srgbClr val="DE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3864"/>
                </a:solidFill>
                <a:latin typeface="Arial"/>
              </a:rPr>
              <a:t>Memory trick: the SUN lifts the water, the COLD makes the clouds, GRAVITY brings the rain, and the LAND collects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Quick Review: The Atmosphere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Remember the gases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Nitrogen: about 78%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Oxygen: about 21%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Other gases: about 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Quick questions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Which gas do we breathe to live?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Where does ALL weather happen?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Name two ways the atmosphere protects 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Practice: Simple Questions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Answer on your mini whiteboard - first pair to finish wins: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What is the hydrosphere?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Put these in order: rain falls, the Sun heats the sea, a cloud forms.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True or false: the atmosphere is mostly oxygen.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Bonus: why is the water cycle called a CYCLE?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Team Quiz Game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Form teams of 3-4. Each team writes TWO simple questions about the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Teams swap questions and answer them - no books!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Score: 1 point per correct answer, 1 bonus point for using a vocabulary word.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Winning team explains the water cycle to the class in 30 seconds.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two fair questions written, answers given from memory, vocabulary used.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EARTH'S SYSTEMS T3 L2  |  REVIEW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Which process turns water vapor back into liquid drops?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About how much of Earth's water is in the oceans?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Name the gas that makes up most of the atmosphere.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one or two sentences: describe the journey of one raindrop from the sea and back again. Use at least two vocabulary 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