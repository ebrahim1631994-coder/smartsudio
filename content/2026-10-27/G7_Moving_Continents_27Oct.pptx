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7 Science  |  Dynamic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1: Moving Continents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2: From Drift to Plate Tectonics  •  Tuesday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how plate tectonics supplies the mechanism Wegener was missing.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convection currents in the mantle and how they move the plates.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Use modern evidence to show that continents are still moving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Surprise: your school is moving a few centimeters every year. Why do you feel nothing?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Yesterday, Wegener's evidence was strong - but he could not explain HOW continents move. Today we find the missing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what could be powerful enough to move a whole continent? One idea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plate tectonics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theory that Earth's outer layer is broken into moving 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giant piece of Earth's outer layer that carries continents and oceans.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mantle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hot, slowly flowing layer of rock beneath the crust.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convection 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slow loop of rising hot rock and sinking cool rock inside the mantle.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mid-ocean 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An underwater mountain chain where new seafloor is made.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seafloor spreading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process that pushes ocean floors apart as new crust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Missing Mechanism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Earth in layers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Crust: the thin, hard shell we live on.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Mantle: hot rock that flows VERY slowly, like thick honey.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The crust is broken into giant pieces called plates.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Plates carry continents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Continents ride ON the plates like passengers.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Plates move only a few centimeters per year - as fast as your fingernails grow.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Slow - but millions of years of slow adds up to oceans!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Pangaea Breaks Apart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pic>
        <p:nvPicPr>
          <p:cNvPr id="8" name="Picture 7" descr="panga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994516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About 200 million years ago Pangaea began to split.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Atlantic Ocean opened as the Americas drifted away from Africa and Europe.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pieces are STILL moving today.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Find it: where are South America and Africa on this map - the coasts Wegener matched?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Wikimedia Commons user Kieff, CC BY-SA 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Convection Currents: The Engine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Heat from Earth's core drives slow loops of rock inside the mantle.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20240"/>
            <a:ext cx="2651760" cy="777240"/>
          </a:xfrm>
          <a:prstGeom prst="round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21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</a:rPr>
              <a:t>PLATE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20240"/>
            <a:ext cx="2651760" cy="777240"/>
          </a:xfrm>
          <a:prstGeom prst="round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21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</a:rPr>
              <a:t>PLATE B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320040" y="2121408"/>
            <a:ext cx="548640" cy="365760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9006840" y="2121408"/>
            <a:ext cx="548640" cy="36576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017520"/>
            <a:ext cx="8046720" cy="160020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1546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Arial"/>
              </a:rPr>
              <a:t>MANTLE - hot rock moving in slow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118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Hot rock RISES under the middle, spreads out, COOLS and SINKS at the edges - round and round: a CONVECTION CURRENT.</a:t>
            </a:r>
          </a:p>
        </p:txBody>
      </p:sp>
      <p:sp>
        <p:nvSpPr>
          <p:cNvPr id="24" name="Up Arrow 23"/>
          <p:cNvSpPr/>
          <p:nvPr/>
        </p:nvSpPr>
        <p:spPr>
          <a:xfrm>
            <a:off x="4709160" y="3154680"/>
            <a:ext cx="411480" cy="548640"/>
          </a:xfrm>
          <a:prstGeom prst="up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8046720" cy="86868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9834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3864"/>
                </a:solidFill>
                <a:latin typeface="Arial"/>
              </a:rPr>
              <a:t>Ridge push: where the current rises, plates split apart and NEW crust forms - a mid-ocean ridge.</a:t>
            </a:r>
          </a:p>
          <a:p>
            <a:r>
              <a:rPr sz="1200" b="0">
                <a:solidFill>
                  <a:srgbClr val="1F3864"/>
                </a:solidFill>
                <a:latin typeface="Arial"/>
              </a:rPr>
              <a:t>The loop works like a conveyor belt, dragging the plates on top. Question: what happens where two plates are pulled APART?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Modern Evidence: We Can Measure the Movement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Seafloor spreading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New crust forms at mid-ocean ridges and pushes the ocean floor apart.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Atlantic Ocean gets a few centimeters WIDER every year.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More proof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GPS satellites measure continents moving in real time.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Magnetic stripes in seafloor rock record the spreading.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Wegener was RIGHT - he just could not explain the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Explain the Engine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answer using our new vocabulary: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is a plate - and which layer do the plates ride 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How does a convection current move a plate?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Name one piece of modern evidence that continents are moving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Challenge: explain why Wegener was rejected in 1912 but accepted in the 1960s.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Model the Mantle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draw a cross-section: two plates on top, a convection current loop beneath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Label: plates, mantle, mid-ocean ridge, and arrows for rising and sinking rock.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Use your model to explain how South America and Africa drifted apart.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Swap models with another pair and check each other's labels.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4 correct labels, arrows in the right direction, a clear spoken explanation.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was missing from Wegener's idea of continental drift?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drives the convection currents inside the mantle?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Give one modern proof that continents are moving today.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your own words: explain how plate tectonics completed Wegener's idea. Use the words plate and convection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