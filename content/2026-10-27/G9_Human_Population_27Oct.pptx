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502920"/>
            <a:ext cx="7772400" cy="11313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194560"/>
            <a:ext cx="12191695" cy="6400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Grade 9 Biology  |  Module 4: Ecology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1F3864"/>
                </a:solidFill>
                <a:latin typeface="Arial"/>
              </a:rPr>
              <a:t>Lesson 2: Human Population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>
                <a:solidFill>
                  <a:srgbClr val="1F3864"/>
                </a:solidFill>
                <a:latin typeface="Arial"/>
              </a:rPr>
              <a:t>The Complete Lesson  •  Tuesday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17720"/>
            <a:ext cx="4754880" cy="4572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E7C86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Week 9  •  October 25 - 29, 2026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Arial"/>
              </a:rPr>
              <a:t>Mr. Ibrahim Ahmad  •  EDUGATES International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Lesson Goals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1591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536192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Describe how the human population has grown - and why it grew so fast recently.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2734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Explain the four factors that change a population: birthrate, death rate, immigration and emigration.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7705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22191"/>
            <a:ext cx="9601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F3864"/>
                </a:solidFill>
                <a:latin typeface="Arial"/>
              </a:rPr>
              <a:t>Discuss how human population growth affects natural resources and the environment.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C86"/>
                </a:solidFill>
                <a:latin typeface="Arial"/>
              </a:rPr>
              <a:t>Tell a partner: which goal sounds hardest? Why?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Warm-Up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10881360" cy="15544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1F3864"/>
                </a:solidFill>
                <a:latin typeface="Arial"/>
              </a:rPr>
              <a:t>It took ALL of human history to reach 1 billion people. The last billion took only about 12 years. Why the sudden speed?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1088136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Connection: Last lesson we studied how populations of plants and animals grow and are limited. Today we turn the same lens on OUR species.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92040"/>
            <a:ext cx="10881360" cy="1051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Think - Pair - Share: write one sentence with your best explanation, then compare with your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Warm-up: 3 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Key Vocabulary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All the members of one species living in the same area.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population density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number of individuals living in a given area - how crowded a place 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417320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417320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150876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birthrate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8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number of births in a population in a given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death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number of deaths in a population in a given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migration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Movement of individuals into (immigration) or out of (emigration) a population.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72968"/>
            <a:ext cx="3429000" cy="14813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72968"/>
            <a:ext cx="82296" cy="1481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32644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Arial"/>
              </a:rPr>
              <a:t>carrying capacity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648456"/>
            <a:ext cx="30632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F3864"/>
                </a:solidFill>
                <a:latin typeface="Arial"/>
              </a:rPr>
              <a:t>The largest population an environment can support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Human Population Growth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21208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6634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BF8F00"/>
                </a:solidFill>
                <a:latin typeface="Arial"/>
              </a:rPr>
              <a:t>Slow for most of history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For thousands of years, growth was slow - disease, famine and war kept numbers low.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Around 1800 the population reached 1 billion.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394960" cy="448056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Then it exploded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Better medicine, sanitation and farming cut the death rate.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About 8 billion people today - and still growing.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Arial"/>
              </a:rPr>
              <a:t>Growth is fastest where birthrates stay high.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Reading the Growth Curve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554480"/>
            <a:ext cx="5760720" cy="420624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2120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The curve stays almost flat for centuries, then bends sharply upward.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This shape is EXPONENTIAL growth - the bigger the population, the faster it adds new people.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Find it on the graph: where does the curve start to bend? What changed around that time?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28816"/>
            <a:ext cx="8686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95959"/>
                </a:solidFill>
                <a:latin typeface="Arial"/>
              </a:rPr>
              <a:t>Image: Our World in Data, CC BY 4.0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63040"/>
            <a:ext cx="5074920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Four Factors Change a Population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A population grows when more people arrive than leave - and shrinks when more leave or die.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BIRTHRATE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Births ADD people. High birthrate = faster growth.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DEATH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7016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Deaths REMOVE people. Medicine and clean water lower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6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IMMIGRATION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People moving IN add to the population.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6024" y="2103120"/>
            <a:ext cx="2514600" cy="2103120"/>
          </a:xfrm>
          <a:prstGeom prst="roundRect">
            <a:avLst/>
          </a:prstGeom>
          <a:solidFill>
            <a:srgbClr val="E9F0F8"/>
          </a:solidFill>
          <a:ln w="1524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5752" y="2240280"/>
            <a:ext cx="2295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7C86"/>
                </a:solidFill>
                <a:latin typeface="Arial"/>
              </a:rPr>
              <a:t>EMIGRATION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697480"/>
            <a:ext cx="2295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3864"/>
                </a:solidFill>
                <a:latin typeface="Arial"/>
              </a:rPr>
              <a:t>People moving OUT take away from the population.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80560"/>
            <a:ext cx="11155680" cy="1051560"/>
          </a:xfrm>
          <a:prstGeom prst="roundRect">
            <a:avLst/>
          </a:prstGeom>
          <a:solidFill>
            <a:srgbClr val="DEE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177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3864"/>
                </a:solidFill>
                <a:latin typeface="Arial"/>
              </a:rPr>
              <a:t>Population change = (births + immigration) - (deaths + emigration)</a:t>
            </a:r>
          </a:p>
          <a:p>
            <a:r>
              <a:rPr sz="1300" b="0">
                <a:solidFill>
                  <a:srgbClr val="1F3864"/>
                </a:solidFill>
                <a:latin typeface="Arial"/>
              </a:rPr>
              <a:t>When births beat deaths and more people arrive than leave, the population GROWS.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Growth and the Environment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0E7C86"/>
                </a:solidFill>
                <a:latin typeface="Arial"/>
              </a:rPr>
              <a:t>More people, more needs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Every person needs food, water, energy and space.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Growing cities replace forests and farmland.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Resource use rises even faster than population.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44805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7548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1">
                <a:solidFill>
                  <a:srgbClr val="BF8F00"/>
                </a:solidFill>
                <a:latin typeface="Arial"/>
              </a:rPr>
              <a:t>No unlimited growth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Every environment has a carrying capacity.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Waste, pollution and habitat loss are the warning signs.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DEEBF7"/>
                </a:solidFill>
                <a:latin typeface="Arial"/>
              </a:rPr>
              <a:t>Science helps us plan: clean energy, smart farming, family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Guided Practice: What Happens to the Population?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Arial"/>
              </a:rPr>
              <a:t>With your partner, decide: does each event make the population GROW, SHRINK, or STAY THE SAME?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075688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A new hospital lowers the death rate in a country.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81528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25526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91256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Thousands of workers move OUT of a city to find jobs abroad.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97096"/>
            <a:ext cx="10881360" cy="91440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06824"/>
            <a:ext cx="96926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F3864"/>
                </a:solidFill>
                <a:latin typeface="Arial"/>
              </a:rPr>
              <a:t>Birthrate and death rate become exactly equal.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04103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0E7C86"/>
                </a:solidFill>
                <a:latin typeface="Arial"/>
              </a:rPr>
              <a:t>Challenge: explain your answers using the population change formula.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Guided practice: 8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Group Activity: Population Scientists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1417320"/>
            <a:ext cx="2926080" cy="457200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2468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EEBF7"/>
                </a:solidFill>
                <a:latin typeface="Arial"/>
              </a:rPr>
              <a:t>GROUP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10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DEEBF7"/>
                </a:solidFill>
                <a:latin typeface="Arial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468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DEEBF7"/>
                </a:solidFill>
                <a:latin typeface="Arial"/>
              </a:rPr>
              <a:t>Pairs. Worksheets on Classera when you finish.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417320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23360" y="1572768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517904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In groups, choose a country and estimate: is its population growing fast, slowly, or shrinking?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441448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23360" y="2596896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42032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List two reasons for your answer - use birthrate, death rate and migration.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0" y="3465576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23360" y="3621024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566160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Predict one resource problem your country could face if its population doubles.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489704"/>
            <a:ext cx="7680960" cy="868680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23360" y="4645152"/>
            <a:ext cx="566928" cy="566928"/>
          </a:xfrm>
          <a:prstGeom prst="ellipse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590288"/>
            <a:ext cx="6583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F3864"/>
                </a:solidFill>
                <a:latin typeface="Arial"/>
              </a:rPr>
              <a:t>Present your reasoning to the class in 60 seconds.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5559552"/>
            <a:ext cx="7680960" cy="1042415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69080" y="5678424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E7C86"/>
                </a:solidFill>
                <a:latin typeface="Arial"/>
              </a:rPr>
              <a:t>Success criteria: </a:t>
            </a:r>
          </a:p>
          <a:p>
            <a:pPr algn="l">
              <a:spcAft>
                <a:spcPts val="0"/>
              </a:spcAft>
            </a:pPr>
            <a:r>
              <a:rPr sz="1450" b="0">
                <a:solidFill>
                  <a:srgbClr val="1F3864"/>
                </a:solidFill>
                <a:latin typeface="Arial"/>
              </a:rPr>
              <a:t>a clear prediction, two correct factors used, one resource problem explained.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Activity: 10 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DEEBF7"/>
                </a:solidFill>
                <a:latin typeface="Arial"/>
              </a:rPr>
              <a:t>GRADE 9  |  ECOLOGY M4 L2  |  FULL LESSON - TUESDAY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Arial"/>
              </a:rPr>
              <a:t>Check for Understanding</a:t>
            </a:r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109728"/>
            <a:ext cx="540706" cy="804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371600"/>
            <a:ext cx="6949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7C86"/>
                </a:solidFill>
                <a:latin typeface="Arial"/>
              </a:rPr>
              <a:t>Quick check - answer on your mini whiteboard: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011679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56815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Name the four factors that change the size of a population.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" y="2999232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94436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Why did the human population grow so quickly in the last 200 years?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9624"/>
            <a:ext cx="6949440" cy="841248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986784"/>
            <a:ext cx="566928" cy="56692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93192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F3864"/>
                </a:solidFill>
                <a:latin typeface="Arial"/>
              </a:rPr>
              <a:t>What is carrying capacity?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371600"/>
            <a:ext cx="3703320" cy="329184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5448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F8F00"/>
                </a:solidFill>
                <a:latin typeface="Arial"/>
              </a:rPr>
              <a:t>EXIT TICKET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057400"/>
            <a:ext cx="32461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Arial"/>
              </a:rPr>
              <a:t>In one or two sentences: explain how human population growth can affect the environment. Use at least two vocabulary words.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4892040"/>
            <a:ext cx="3703320" cy="640080"/>
          </a:xfrm>
          <a:prstGeom prst="round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5029200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Homework on Classera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6419088"/>
            <a:ext cx="2240280" cy="329184"/>
          </a:xfrm>
          <a:prstGeom prst="roundRect">
            <a:avLst/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644652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Check: 5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