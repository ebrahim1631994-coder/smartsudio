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</a:rPr>
              <a:t>Grade 5 - Hydrosphere and Atmosphere</a:t>
            </a:r>
          </a:p>
          <a:p>
            <a:pPr algn="ctr"/>
            <a:r>
              <a:rPr sz="2400">
                <a:solidFill>
                  <a:srgbClr val="C00000"/>
                </a:solidFill>
              </a:rPr>
              <a:t>Student Book Work - Week 9 - Elevate Science, Lesson 2 (pages 110-116)</a:t>
            </a:r>
          </a:p>
          <a:p>
            <a:pPr algn="ctr"/>
            <a:r>
              <a:rPr sz="1600">
                <a:solidFill>
                  <a:srgbClr val="444444"/>
                </a:solidFill>
              </a:rPr>
              <a:t>Answers are written in red at each question. Page numbers are shown on every page.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301" y="54863"/>
            <a:ext cx="5487091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64" y="54863"/>
            <a:ext cx="9506565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1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363" y="54863"/>
            <a:ext cx="5256968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90" y="54863"/>
            <a:ext cx="11457913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30" y="54863"/>
            <a:ext cx="7126034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91" y="54863"/>
            <a:ext cx="7423711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1075420"/>
            <a:ext cx="12070080" cy="47620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239" y="54863"/>
            <a:ext cx="7091216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6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363" y="54863"/>
            <a:ext cx="5256968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5_p116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363" y="54863"/>
            <a:ext cx="5256968" cy="6803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