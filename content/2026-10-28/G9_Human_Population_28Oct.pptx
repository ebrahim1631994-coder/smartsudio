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9 Biology  |  Module 4: Ecology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2: Human Population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Review and Simple Questions  •  Wednesday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Review human population growth and the growth curve.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Review the four factors that change a population.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Answer simple questions about the whole lesson with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Warm-Up: 60-Second Brain Dump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In 60 seconds, write EVERYTHING you remember from yesterday about the human population. Go!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Yesterday we studied how fast our population is growing and what changes it. Today we review and practice with simple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Compare your list with your partner. Who remembered more?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All the members of one species living in the same area.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population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number of individuals living in a given area.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birthrate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number of births in a population in a given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death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number of deaths in a population in a given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Movement of individuals into or out of a population.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carrying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largest population an environment can support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How Fast Are We Growing?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Remember the story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Slow growth for most of human history.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1 billion around 1800 - about 8 billion today.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EEBF7"/>
                </a:solidFill>
                <a:latin typeface="Arial"/>
              </a:rPr>
              <a:t>Medicine, sanitation and farming cut the death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questions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What SHAPE is the human growth curve?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Why did growth speed up after 1800?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Does every country grow at the same rate?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Reading the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Trace the curve with your finger and describe it to your partner.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Quick questions: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Where is the curve flat? Where is it steep?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What is this kind of growth called?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What does the curve predict if nothing changes?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Our World in Data, CC BY 4.0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63040"/>
            <a:ext cx="507492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Four Factors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Say the four factors - then test yourself with the questions below.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BIRTHRATE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If birthrate rises, what happens to the population? (it grows)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DEATH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What lowers a death rate? (medicine, clean water, food)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IMMIGRATION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People moving IN - does the population grow or shrink? (grow)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EMIGRATION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Q: People moving OUT - grow or shrink? (shrink)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55680" cy="1051560"/>
          </a:xfrm>
          <a:prstGeom prst="roundRect">
            <a:avLst/>
          </a:prstGeom>
          <a:solidFill>
            <a:srgbClr val="D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Memory formula: population change = (births + immigration) - (deaths + emigration). Say it once more, out 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Quick Review: People and the Planet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Remember the links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More people = more food, water, energy and space needed.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Cities grow, habitats shrink.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Every environment has a carrying capacity.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Quick questions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Name TWO resources a growing population needs more of.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What is carrying capacity in your own words?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Name ONE warning sign that a population is stressing its environment.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Practice: Simple Questions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Answer on your mini whiteboard - first pair to finish wins: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What is a population?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Birthrate is 20, death rate is 12, and nobody moves. Is the population growing or shrinking?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True or false: migration means only moving INTO a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Bonus: why can no population grow forever?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Team Quiz Game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Form teams of 3-4. Each team writes TWO simple questions about the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Teams swap questions and answer them - no books!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Score: 1 point per correct answer, 1 bonus point for using a vocabulary word.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Winning team explains the four factors to the class in 30 seconds.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two fair questions written, answers given from memory, vocabulary used.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REVIEW - WEDNESDAY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Name the four factors that change a population's size.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About how many people live on Earth today?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is the difference between immigration and emigration?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one or two sentences: explain why the human population grew so quickly in the last 200 years. Use at least two vocabulary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