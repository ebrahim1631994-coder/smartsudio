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</a:rPr>
              <a:t>Grade 6 Science - Inheritance</a:t>
            </a:r>
          </a:p>
          <a:p>
            <a:pPr algn="ctr"/>
            <a:r>
              <a:rPr sz="2400">
                <a:solidFill>
                  <a:srgbClr val="C00000"/>
                </a:solidFill>
              </a:rPr>
              <a:t>Student Book - Solved Pages (Teacher Edition style)</a:t>
            </a:r>
          </a:p>
          <a:p>
            <a:pPr algn="ctr"/>
            <a:r>
              <a:rPr sz="1600">
                <a:solidFill>
                  <a:srgbClr val="444444"/>
                </a:solidFill>
              </a:rPr>
              <a:t>Answers are written in red at each question. Page numbers are shown on every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203" y="54863"/>
            <a:ext cx="5255289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6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286" y="54863"/>
            <a:ext cx="6911122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8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57" y="54863"/>
            <a:ext cx="7923579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749" y="54863"/>
            <a:ext cx="3014196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989" y="54863"/>
            <a:ext cx="7137716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357" y="54863"/>
            <a:ext cx="6596980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892" y="54863"/>
            <a:ext cx="2939910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658" y="54863"/>
            <a:ext cx="4302378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428" y="54863"/>
            <a:ext cx="6282838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1127283"/>
            <a:ext cx="12070080" cy="46582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49" y="54863"/>
            <a:ext cx="8621796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0" y="54863"/>
            <a:ext cx="9986254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27" y="54863"/>
            <a:ext cx="6557239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1212151"/>
            <a:ext cx="12070080" cy="44885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56" y="54863"/>
            <a:ext cx="8446182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6" y="54863"/>
            <a:ext cx="8520561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7" y="54863"/>
            <a:ext cx="8503920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_p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718" y="54863"/>
            <a:ext cx="9424257" cy="6803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