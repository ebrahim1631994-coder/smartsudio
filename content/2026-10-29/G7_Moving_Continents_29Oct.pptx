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</a:rPr>
              <a:t>Grade 7 Science - Moving Continents</a:t>
            </a:r>
          </a:p>
          <a:p>
            <a:pPr algn="ctr"/>
            <a:r>
              <a:rPr sz="2400">
                <a:solidFill>
                  <a:srgbClr val="C00000"/>
                </a:solidFill>
              </a:rPr>
              <a:t>Student Book - Solved Pages (Teacher Edition style)</a:t>
            </a:r>
          </a:p>
          <a:p>
            <a:pPr algn="ctr"/>
            <a:r>
              <a:rPr sz="1600">
                <a:solidFill>
                  <a:srgbClr val="444444"/>
                </a:solidFill>
              </a:rPr>
              <a:t>Answers are written in red at each question. Page numbers are shown on every page.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248" y="54863"/>
            <a:ext cx="5287197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6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583" y="54863"/>
            <a:ext cx="4472529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8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539" y="54863"/>
            <a:ext cx="7598616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717" y="54863"/>
            <a:ext cx="7028259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048" y="54863"/>
            <a:ext cx="10125597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316" y="54863"/>
            <a:ext cx="8325061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" y="834961"/>
            <a:ext cx="12070080" cy="52429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756" y="54863"/>
            <a:ext cx="6688182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373" y="54863"/>
            <a:ext cx="7830947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" y="2122122"/>
            <a:ext cx="12070080" cy="26686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983" y="54863"/>
            <a:ext cx="4681728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549" y="54863"/>
            <a:ext cx="4044595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846" y="54863"/>
            <a:ext cx="5372001" cy="68031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" y="1905238"/>
            <a:ext cx="12070080" cy="31023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" y="104155"/>
            <a:ext cx="12070080" cy="67045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7_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44" y="54863"/>
            <a:ext cx="10697805" cy="6803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