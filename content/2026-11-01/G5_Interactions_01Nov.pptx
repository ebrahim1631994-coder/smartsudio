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502920"/>
            <a:ext cx="6281928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E7C86"/>
                </a:solidFill>
                <a:latin typeface="Arial"/>
              </a:rPr>
              <a:t>Grade 5 Science  |  Topic 3: Earth's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3864"/>
                </a:solidFill>
                <a:latin typeface="Arial"/>
              </a:rPr>
              <a:t>Lesson 3: Interactions Among Earth’s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13632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1F3864"/>
                </a:solidFill>
                <a:latin typeface="Arial"/>
              </a:rPr>
              <a:t>Part 1: Earth’s Spheres Work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64608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Arial"/>
              </a:rPr>
              <a:t>Week 10  •  November 1 - 5, 2026   |   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Lesson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0025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66543"/>
            <a:ext cx="530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4767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864"/>
                </a:solidFill>
                <a:latin typeface="Arial"/>
              </a:rPr>
              <a:t>Identify Earth's four spheres - geosphere, hydrosphere, atmosphere, biosphere - in any scene.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2608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31455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09544"/>
            <a:ext cx="530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09067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864"/>
                </a:solidFill>
                <a:latin typeface="Arial"/>
              </a:rPr>
              <a:t>Describe what it means when two spheres interact: matter and energy move between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288536"/>
            <a:ext cx="530352" cy="53035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52544"/>
            <a:ext cx="53035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33672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F3864"/>
                </a:solidFill>
                <a:latin typeface="Arial"/>
              </a:rPr>
              <a:t>Explain how water, ice and wind slowly change the land.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57800"/>
            <a:ext cx="10881360" cy="777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Look closely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Picture a beach: sand, waves, wind, seabirds, sunshine. Which of Earth’s four spheres can you find in this scene? Find all four!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16936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In Lessons 1 and 2 you met the geosphere (land), hydrosphere (water), atmosphere (air) and biosphere (living things).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6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Think - Pair -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Sort the scene cards on your table: which sphere does each card belong to? Can one card belong to two spheres?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93208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93208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9379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Then we start: what happens when these spheres meet?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Key Vocabulary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interact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When two things act on each other and cause a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9806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group of parts that work together - Earth has four connected systems (spheres).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6674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weathering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The breaking down of rock into smaller pieces by water, ice, wind or living things.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3542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erosion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9204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The carrying away of weathered rock and sediment by moving water, ice or wind.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0410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sediment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76072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Small pieces of rock, sand and soil that are moved and dropped by water, ice or wind.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Earth’s Spheres Never Work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Nothing on Earth happens in just one sphere - every event connects at least two.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The Sun heats the ocean: the atmosphere takes energy and water vapor from the hydrosphere.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Rain falls from the atmosphere onto the geosphere and flows back to the sea.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0507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Plants (biosphere) drink the water, breathe the air and hold the soil with their roots.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764024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F2937"/>
                </a:solidFill>
                <a:latin typeface="Arial"/>
              </a:rPr>
              <a:t>Matter and energy are always moving between the four spheres - that is an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Reading a Scene: The Rainstorm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1. The Sun heats the sea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Energy passes from the atmosphere into the hydrosphere; water evaporates.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16936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2. Clouds form and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Wind (atmosphere) carries water vapor over the land.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6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3. Rain falls on mountains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The hydrosphere delivers water to the geosphere.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93208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93208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9379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4. Rivers run to the sea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550408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Water shapes the land it crosses and returns to the ocean - the cycle continues.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Water Shapes the 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Weathering: rain, ice and wind slowly break solid rock into smaller and smaller pieces.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Erosion: moving water carries the pieces (sediment) away from where they formed.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Rivers carve valleys and canyons over thousands of years - the Grand Canyon was cut by a river!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0507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Where a river slows down, it drops its sediment and builds new land, like a delta.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Ice and Wind Shape the 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Glaciers are rivers of ice: they grind rock flat and carve wide U-shaped valleys as they move.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24328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4203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Water freezing inside rock cracks pushes the cracks wider - ice is a powerful rock-breaker.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37560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Wind lifts sand and dust and blasts rock surfaces smooth, like natural sandpaper.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050792"/>
            <a:ext cx="146304" cy="146304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F2937"/>
                </a:solidFill>
                <a:latin typeface="Arial"/>
              </a:rPr>
              <a:t>Wind drops the sand in new places and builds dunes - the geosphere is always being rebuilt.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Guided Practice: Spot the 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Scene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Waves crash against cliffs and slowly wear the rock away. Which two spheres interact?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16936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16936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Scene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74136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tree’s roots grow into a crack in a rock and split it. Which two spheres interact?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1088136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05072"/>
            <a:ext cx="128016" cy="9601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6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Scene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A volcano sends gases and ash high into the air. Which two spheres interact?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Arial"/>
              </a:rPr>
              <a:t>Discuss each scene with your partner BEFORE we check the answers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Guided Practice: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15544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Arial"/>
              </a:rPr>
              <a:t>Scene A - Waves crash against cliffs and slowly wear the rock away. Which two spheres interact?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030"/>
                </a:solidFill>
                <a:latin typeface="Arial"/>
              </a:rPr>
              <a:t>Answer: Hydrosphere (ocean waves) and geosphere (the cliff rock).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10881360" cy="15544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Arial"/>
              </a:rPr>
              <a:t>Scene B - A tree’s roots grow into a crack in a rock and split it. Which two spheres interact?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030"/>
                </a:solidFill>
                <a:latin typeface="Arial"/>
              </a:rPr>
              <a:t>Answer: Biosphere (the tree) and geosphere (the rock).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66360"/>
            <a:ext cx="10881360" cy="15544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7608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Arial"/>
              </a:rPr>
              <a:t>Scene C - A volcano sends gases and ash high into the air. Which two spheres interact?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7103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03030"/>
                </a:solidFill>
                <a:latin typeface="Arial"/>
              </a:rPr>
              <a:t>Answer: Geosphere (the volcano) and atmosphere (the air).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Group Activity: Interaction Detectives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938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Your 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Each group receives one scene card: coral reef, desert, rainforest, snowy mountain or city park.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9748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9748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9806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List every sphere you can find in your scene.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6674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2336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Draw arrows to show at least three interactions between the spheres.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3484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3542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9204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Present your strongest interaction to the class - explain what moves and what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881360" cy="7772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303520"/>
            <a:ext cx="128016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404104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Arial"/>
              </a:rPr>
              <a:t>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760720"/>
            <a:ext cx="103327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Arial"/>
              </a:rPr>
              <a:t>Scene cards and the interaction chart - Worksheets on Classera.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EEBF7"/>
                </a:solidFill>
                <a:latin typeface="Arial"/>
              </a:rPr>
              <a:t>GRADE 5  |  TOPIC 3: EARTH'S SYSTEMS - L3  |  PART 1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109728"/>
            <a:ext cx="539496" cy="80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22529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F3864"/>
                </a:solidFill>
                <a:latin typeface="Arial"/>
              </a:rPr>
              <a:t>Check for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647395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Arial"/>
              </a:rPr>
              <a:t>Week 10  •  November 1 - 5, 2026  •  Mr. Ibrahim Ahmad  •  EDUGATES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786384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92807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74519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864"/>
                </a:solidFill>
                <a:latin typeface="Arial"/>
              </a:rPr>
              <a:t>Name Earth’s four spheres and give one example of each.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786384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9864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80360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864"/>
                </a:solidFill>
                <a:latin typeface="Arial"/>
              </a:rPr>
              <a:t>What is the difference between weathering and erosion?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7863840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044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Arial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86200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864"/>
                </a:solidFill>
                <a:latin typeface="Arial"/>
              </a:rPr>
              <a:t>Give one example of two spheres interacting and explain what changes.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783080"/>
            <a:ext cx="2834640" cy="3931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423160"/>
            <a:ext cx="2377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Arial"/>
              </a:rPr>
              <a:t>In one sentence: why do we say “Earth’s spheres never work alone”?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5715000"/>
            <a:ext cx="411480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5870448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