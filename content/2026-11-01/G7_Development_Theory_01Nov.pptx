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194560"/>
            <a:ext cx="12191695" cy="6400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3512" y="502920"/>
            <a:ext cx="6281928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260604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0E7C86"/>
                </a:solidFill>
                <a:latin typeface="Arial"/>
              </a:rPr>
              <a:t>Grade 7 Science  |  Dynamic Earth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35808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F3864"/>
                </a:solidFill>
                <a:latin typeface="Arial"/>
              </a:rPr>
              <a:t>Lesson 2: Development of a Theory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13632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1F3864"/>
                </a:solidFill>
                <a:latin typeface="Arial"/>
              </a:rPr>
              <a:t>Part 1: From Drift to Discovery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4617720"/>
            <a:ext cx="4754880" cy="45720"/>
          </a:xfrm>
          <a:prstGeom prst="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864608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0E7C86"/>
                </a:solidFill>
                <a:latin typeface="Arial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623560"/>
            <a:ext cx="10698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95959"/>
                </a:solidFill>
                <a:latin typeface="Arial"/>
              </a:rPr>
              <a:t>Week 10  •  November 1 - 5, 2026   |   Mr. Ibrahim Ahmad  •  EDUGATES International School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9601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DEEBF7"/>
                </a:solidFill>
                <a:latin typeface="Arial"/>
              </a:rPr>
              <a:t>GRADE 7  |  DYNAMIC EARTH - L2  |  PART 1</a:t>
            </a:r>
          </a:p>
        </p:txBody>
      </p:sp>
      <p:pic>
        <p:nvPicPr>
          <p:cNvPr id="6" name="Picture 5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1672" y="109728"/>
            <a:ext cx="539496" cy="8046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1225296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F3864"/>
                </a:solidFill>
                <a:latin typeface="Arial"/>
              </a:rPr>
              <a:t>Lesson Goals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6473952"/>
            <a:ext cx="5394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Arial"/>
              </a:rPr>
              <a:t>Week 10  •  November 1 - 5, 2026  •  Mr. Ibrahim Ahmad  •  EDUGATES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96012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68680" y="2002536"/>
            <a:ext cx="530352" cy="530352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066543"/>
            <a:ext cx="530352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1947672"/>
            <a:ext cx="96926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F3864"/>
                </a:solidFill>
                <a:latin typeface="Arial"/>
              </a:rPr>
              <a:t>Explain why most scientists rejected Wegener’s continental drift hypothesis, even with good evidence.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926080"/>
            <a:ext cx="10881360" cy="96012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68680" y="3145536"/>
            <a:ext cx="530352" cy="530352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209544"/>
            <a:ext cx="530352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090672"/>
            <a:ext cx="96926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F3864"/>
                </a:solidFill>
                <a:latin typeface="Arial"/>
              </a:rPr>
              <a:t>Describe how sonar technology mapped the ocean floor in the mid-1900s.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069080"/>
            <a:ext cx="10881360" cy="96012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680" y="4288536"/>
            <a:ext cx="530352" cy="530352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352544"/>
            <a:ext cx="530352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233672"/>
            <a:ext cx="96926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F3864"/>
                </a:solidFill>
                <a:latin typeface="Arial"/>
              </a:rPr>
              <a:t>Identify mid-ocean ridges and deep-sea trenches on a seafloor profile.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257800"/>
            <a:ext cx="10881360" cy="77724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394960"/>
            <a:ext cx="10332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7C86"/>
                </a:solidFill>
                <a:latin typeface="Arial"/>
              </a:rPr>
              <a:t>Tell a partner: which goal sounds hardest? Why?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9601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DEEBF7"/>
                </a:solidFill>
                <a:latin typeface="Arial"/>
              </a:rPr>
              <a:t>GRADE 7  |  DYNAMIC EARTH - L2  |  PART 1</a:t>
            </a:r>
          </a:p>
        </p:txBody>
      </p:sp>
      <p:pic>
        <p:nvPicPr>
          <p:cNvPr id="6" name="Picture 5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1672" y="109728"/>
            <a:ext cx="539496" cy="8046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1225296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F3864"/>
                </a:solidFill>
                <a:latin typeface="Arial"/>
              </a:rPr>
              <a:t>Warm-Up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6473952"/>
            <a:ext cx="5394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Arial"/>
              </a:rPr>
              <a:t>Week 10  •  November 1 - 5, 2026  •  Mr. Ibrahim Ahmad  •  EDUGATES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10881360" cy="96012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828800"/>
            <a:ext cx="128016" cy="9601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929384"/>
            <a:ext cx="103327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3864"/>
                </a:solidFill>
                <a:latin typeface="Arial"/>
              </a:rPr>
              <a:t>A good idea… rejected?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286000"/>
            <a:ext cx="1033272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F2937"/>
                </a:solidFill>
                <a:latin typeface="Arial"/>
              </a:rPr>
              <a:t>In 1912 Alfred Wegener said the continents drift. He had fossil, rock and climate evidence - and most scientists still said NO. What was missing?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916936"/>
            <a:ext cx="10881360" cy="96012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916936"/>
            <a:ext cx="128016" cy="9601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017520"/>
            <a:ext cx="103327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3864"/>
                </a:solidFill>
                <a:latin typeface="Arial"/>
              </a:rPr>
              <a:t>Connection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374136"/>
            <a:ext cx="1033272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F2937"/>
                </a:solidFill>
                <a:latin typeface="Arial"/>
              </a:rPr>
              <a:t>Lesson 1: you matched the coastlines, fossils, rock layers and climate clues that support moving continents.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005072"/>
            <a:ext cx="10881360" cy="96012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4005072"/>
            <a:ext cx="128016" cy="9601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105656"/>
            <a:ext cx="103327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3864"/>
                </a:solidFill>
                <a:latin typeface="Arial"/>
              </a:rPr>
              <a:t>Think - Pair - Share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462272"/>
            <a:ext cx="1033272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F2937"/>
                </a:solidFill>
                <a:latin typeface="Arial"/>
              </a:rPr>
              <a:t>What does it take for science to accept a new idea? Is evidence alone enough?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093208"/>
            <a:ext cx="10881360" cy="96012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5093208"/>
            <a:ext cx="128016" cy="9601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193792"/>
            <a:ext cx="103327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3864"/>
                </a:solidFill>
                <a:latin typeface="Arial"/>
              </a:rPr>
              <a:t>Warm-up: 3 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550408"/>
            <a:ext cx="1033272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F2937"/>
                </a:solidFill>
                <a:latin typeface="Arial"/>
              </a:rPr>
              <a:t>Keep your prediction - we will test it today.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9601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DEEBF7"/>
                </a:solidFill>
                <a:latin typeface="Arial"/>
              </a:rPr>
              <a:t>GRADE 7  |  DYNAMIC EARTH - L2  |  PART 1</a:t>
            </a:r>
          </a:p>
        </p:txBody>
      </p:sp>
      <p:pic>
        <p:nvPicPr>
          <p:cNvPr id="6" name="Picture 5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1672" y="109728"/>
            <a:ext cx="539496" cy="8046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1225296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F3864"/>
                </a:solidFill>
                <a:latin typeface="Arial"/>
              </a:rPr>
              <a:t>Key Vocabulary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6473952"/>
            <a:ext cx="5394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Arial"/>
              </a:rPr>
              <a:t>Week 10  •  November 1 - 5, 2026  •  Mr. Ibrahim Ahmad  •  EDUGATES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10881360" cy="77724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828800"/>
            <a:ext cx="128016" cy="77724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929384"/>
            <a:ext cx="103327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3864"/>
                </a:solidFill>
                <a:latin typeface="Arial"/>
              </a:rPr>
              <a:t>hypothesis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286000"/>
            <a:ext cx="1033272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F2937"/>
                </a:solidFill>
                <a:latin typeface="Arial"/>
              </a:rPr>
              <a:t>A proposed explanation that can be tested with evidence.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697480"/>
            <a:ext cx="10881360" cy="77724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697480"/>
            <a:ext cx="128016" cy="77724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2798064"/>
            <a:ext cx="103327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3864"/>
                </a:solidFill>
                <a:latin typeface="Arial"/>
              </a:rPr>
              <a:t>theory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154680"/>
            <a:ext cx="1033272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F2937"/>
                </a:solidFill>
                <a:latin typeface="Arial"/>
              </a:rPr>
              <a:t>A well-tested explanation supported by many independent lines of evidence.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566160"/>
            <a:ext cx="10881360" cy="77724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566160"/>
            <a:ext cx="128016" cy="77724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666744"/>
            <a:ext cx="103327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3864"/>
                </a:solidFill>
                <a:latin typeface="Arial"/>
              </a:rPr>
              <a:t>sonar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023360"/>
            <a:ext cx="1033272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F2937"/>
                </a:solidFill>
                <a:latin typeface="Arial"/>
              </a:rPr>
              <a:t>A technology that uses sound waves to map the depth and shape of the ocean floor.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434840"/>
            <a:ext cx="10881360" cy="77724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434840"/>
            <a:ext cx="128016" cy="77724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535424"/>
            <a:ext cx="103327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3864"/>
                </a:solidFill>
                <a:latin typeface="Arial"/>
              </a:rPr>
              <a:t>mid-ocean ridge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4892040"/>
            <a:ext cx="1033272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F2937"/>
                </a:solidFill>
                <a:latin typeface="Arial"/>
              </a:rPr>
              <a:t>A long underwater mountain range where new seafloor forms.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303520"/>
            <a:ext cx="10881360" cy="77724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5303520"/>
            <a:ext cx="128016" cy="77724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5404104"/>
            <a:ext cx="103327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3864"/>
                </a:solidFill>
                <a:latin typeface="Arial"/>
              </a:rPr>
              <a:t>deep-sea trench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5760720"/>
            <a:ext cx="1033272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F2937"/>
                </a:solidFill>
                <a:latin typeface="Arial"/>
              </a:rPr>
              <a:t>A very deep, narrow valley in the ocean floor.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9601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DEEBF7"/>
                </a:solidFill>
                <a:latin typeface="Arial"/>
              </a:rPr>
              <a:t>GRADE 7  |  DYNAMIC EARTH - L2  |  PART 1</a:t>
            </a:r>
          </a:p>
        </p:txBody>
      </p:sp>
      <p:pic>
        <p:nvPicPr>
          <p:cNvPr id="6" name="Picture 5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1672" y="109728"/>
            <a:ext cx="539496" cy="8046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1225296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F3864"/>
                </a:solidFill>
                <a:latin typeface="Arial"/>
              </a:rPr>
              <a:t>Wegener’s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6473952"/>
            <a:ext cx="5394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Arial"/>
              </a:rPr>
              <a:t>Week 10  •  November 1 - 5, 2026  •  Mr. Ibrahim Ahmad  •  EDUGATES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1911095"/>
            <a:ext cx="146304" cy="146304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8288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F2937"/>
                </a:solidFill>
                <a:latin typeface="Arial"/>
              </a:rPr>
              <a:t>Wegener’s evidence was real: matching fossils, matching rocks, matching ancient climates.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2624328"/>
            <a:ext cx="146304" cy="146304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542032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F2937"/>
                </a:solidFill>
                <a:latin typeface="Arial"/>
              </a:rPr>
              <a:t>But he could not explain HOW huge continents move - he had no mechanism.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3191256"/>
            <a:ext cx="146304" cy="146304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10896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F2937"/>
                </a:solidFill>
                <a:latin typeface="Arial"/>
              </a:rPr>
              <a:t>He suggested continents plow through the ocean floor - physicists showed that was impossible.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3904488"/>
            <a:ext cx="146304" cy="146304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822192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F2937"/>
                </a:solidFill>
                <a:latin typeface="Arial"/>
              </a:rPr>
              <a:t>Without a mechanism, most scientists rejected continental drift.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9601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DEEBF7"/>
                </a:solidFill>
                <a:latin typeface="Arial"/>
              </a:rPr>
              <a:t>GRADE 7  |  DYNAMIC EARTH - L2  |  PART 1</a:t>
            </a:r>
          </a:p>
        </p:txBody>
      </p:sp>
      <p:pic>
        <p:nvPicPr>
          <p:cNvPr id="6" name="Picture 5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1672" y="109728"/>
            <a:ext cx="539496" cy="8046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1225296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F3864"/>
                </a:solidFill>
                <a:latin typeface="Arial"/>
              </a:rPr>
              <a:t>Science Demands a Mechanism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6473952"/>
            <a:ext cx="5394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Arial"/>
              </a:rPr>
              <a:t>Week 10  •  November 1 - 5, 2026  •  Mr. Ibrahim Ahmad  •  EDUGATES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1911095"/>
            <a:ext cx="146304" cy="146304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8288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F2937"/>
                </a:solidFill>
                <a:latin typeface="Arial"/>
              </a:rPr>
              <a:t>A claim becomes stronger when it explains both WHAT happens and HOW it happens.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2624328"/>
            <a:ext cx="146304" cy="146304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542032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F2937"/>
                </a:solidFill>
                <a:latin typeface="Arial"/>
              </a:rPr>
              <a:t>Scientists do not reject ideas forever - they wait for better evidence and better explanations.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3337560"/>
            <a:ext cx="146304" cy="146304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255264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F2937"/>
                </a:solidFill>
                <a:latin typeface="Arial"/>
              </a:rPr>
              <a:t>New technology often delivers the evidence that old tools could not reach.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3904488"/>
            <a:ext cx="146304" cy="146304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822192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F2937"/>
                </a:solidFill>
                <a:latin typeface="Arial"/>
              </a:rPr>
              <a:t>Wegener’s idea was not dead - it was waiting for the ocean to give up its secrets.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9601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DEEBF7"/>
                </a:solidFill>
                <a:latin typeface="Arial"/>
              </a:rPr>
              <a:t>GRADE 7  |  DYNAMIC EARTH - L2  |  PART 1</a:t>
            </a:r>
          </a:p>
        </p:txBody>
      </p:sp>
      <p:pic>
        <p:nvPicPr>
          <p:cNvPr id="6" name="Picture 5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1672" y="109728"/>
            <a:ext cx="539496" cy="8046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1225296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F3864"/>
                </a:solidFill>
                <a:latin typeface="Arial"/>
              </a:rPr>
              <a:t>New Technology, New Eyes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6473952"/>
            <a:ext cx="5394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Arial"/>
              </a:rPr>
              <a:t>Week 10  •  November 1 - 5, 2026  •  Mr. Ibrahim Ahmad  •  EDUGATES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1911095"/>
            <a:ext cx="146304" cy="146304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8288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F2937"/>
                </a:solidFill>
                <a:latin typeface="Arial"/>
              </a:rPr>
              <a:t>In the mid-1900s, ships began using sonar: sound pulses bounce off the seafloor and return.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2624328"/>
            <a:ext cx="146304" cy="146304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542032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F2937"/>
                </a:solidFill>
                <a:latin typeface="Arial"/>
              </a:rPr>
              <a:t>The echo time reveals the depth - ship by ship, scientists drew the first true seafloor maps.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3337560"/>
            <a:ext cx="146304" cy="146304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255264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F2937"/>
                </a:solidFill>
                <a:latin typeface="Arial"/>
              </a:rPr>
              <a:t>What they found shocked everyone: the ocean floor is not flat and featureless.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4050792"/>
            <a:ext cx="146304" cy="146304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968496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F2937"/>
                </a:solidFill>
                <a:latin typeface="Arial"/>
              </a:rPr>
              <a:t>It has the longest mountain range on Earth - hidden under water.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9601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DEEBF7"/>
                </a:solidFill>
                <a:latin typeface="Arial"/>
              </a:rPr>
              <a:t>GRADE 7  |  DYNAMIC EARTH - L2  |  PART 1</a:t>
            </a:r>
          </a:p>
        </p:txBody>
      </p:sp>
      <p:pic>
        <p:nvPicPr>
          <p:cNvPr id="6" name="Picture 5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1672" y="109728"/>
            <a:ext cx="539496" cy="8046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1225296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F3864"/>
                </a:solidFill>
                <a:latin typeface="Arial"/>
              </a:rPr>
              <a:t>The Hidden Mountains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6473952"/>
            <a:ext cx="5394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Arial"/>
              </a:rPr>
              <a:t>Week 10  •  November 1 - 5, 2026  •  Mr. Ibrahim Ahmad  •  EDUGATES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1911095"/>
            <a:ext cx="146304" cy="146304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8288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F2937"/>
                </a:solidFill>
                <a:latin typeface="Arial"/>
              </a:rPr>
              <a:t>Mid-ocean ridges: giant underwater mountain ranges running through every ocean.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2624328"/>
            <a:ext cx="146304" cy="146304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542032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F2937"/>
                </a:solidFill>
                <a:latin typeface="Arial"/>
              </a:rPr>
              <a:t>Deep-sea trenches: the deepest places on Earth, narrow slots where the seafloor dives down.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3337560"/>
            <a:ext cx="146304" cy="146304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255264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F2937"/>
                </a:solidFill>
                <a:latin typeface="Arial"/>
              </a:rPr>
              <a:t>Ridges and trenches form a connected global system - the seafloor has a pattern.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4050792"/>
            <a:ext cx="146304" cy="146304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968496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F2937"/>
                </a:solidFill>
                <a:latin typeface="Arial"/>
              </a:rPr>
              <a:t>This pattern was the first clue that the seafloor itself is on the move.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9601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DEEBF7"/>
                </a:solidFill>
                <a:latin typeface="Arial"/>
              </a:rPr>
              <a:t>GRADE 7  |  DYNAMIC EARTH - L2  |  PART 1</a:t>
            </a:r>
          </a:p>
        </p:txBody>
      </p:sp>
      <p:pic>
        <p:nvPicPr>
          <p:cNvPr id="6" name="Picture 5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1672" y="109728"/>
            <a:ext cx="539496" cy="8046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1225296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F3864"/>
                </a:solidFill>
                <a:latin typeface="Arial"/>
              </a:rPr>
              <a:t>Guided Practice: Read the Profile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6473952"/>
            <a:ext cx="5394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Arial"/>
              </a:rPr>
              <a:t>Week 10  •  November 1 - 5, 2026  •  Mr. Ibrahim Ahmad  •  EDUGATES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10881360" cy="105156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828800"/>
            <a:ext cx="128016" cy="105156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929384"/>
            <a:ext cx="103327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3864"/>
                </a:solidFill>
                <a:latin typeface="Arial"/>
              </a:rPr>
              <a:t>The profile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286000"/>
            <a:ext cx="1033272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F2937"/>
                </a:solidFill>
                <a:latin typeface="Arial"/>
              </a:rPr>
              <a:t>Your worksheet shows a sonar depth profile across an ocean: continent - ridge - flat plain - trench - continent.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08376"/>
            <a:ext cx="10881360" cy="105156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008376"/>
            <a:ext cx="128016" cy="105156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108960"/>
            <a:ext cx="103327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3864"/>
                </a:solidFill>
                <a:latin typeface="Arial"/>
              </a:rPr>
              <a:t>Task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465576"/>
            <a:ext cx="1033272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F2937"/>
                </a:solidFill>
                <a:latin typeface="Arial"/>
              </a:rPr>
              <a:t>Label the mid-ocean ridge, the deep-sea trench and the two continents.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187952"/>
            <a:ext cx="10881360" cy="105156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4187952"/>
            <a:ext cx="128016" cy="105156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88536"/>
            <a:ext cx="103327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3864"/>
                </a:solidFill>
                <a:latin typeface="Arial"/>
              </a:rPr>
              <a:t>Task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645152"/>
            <a:ext cx="1033272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F2937"/>
                </a:solidFill>
                <a:latin typeface="Arial"/>
              </a:rPr>
              <a:t>Where do you predict the seafloor is youngest? Explain why to your partner.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57784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7C86"/>
                </a:solidFill>
                <a:latin typeface="Arial"/>
              </a:rPr>
              <a:t>Sketch the profile in your notebook first - then we check together.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9601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DEEBF7"/>
                </a:solidFill>
                <a:latin typeface="Arial"/>
              </a:rPr>
              <a:t>GRADE 7  |  DYNAMIC EARTH - L2  |  PART 1</a:t>
            </a:r>
          </a:p>
        </p:txBody>
      </p:sp>
      <p:pic>
        <p:nvPicPr>
          <p:cNvPr id="6" name="Picture 5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1672" y="109728"/>
            <a:ext cx="539496" cy="8046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1225296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F3864"/>
                </a:solidFill>
                <a:latin typeface="Arial"/>
              </a:rPr>
              <a:t>Guided Practice: Answers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6473952"/>
            <a:ext cx="5394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Arial"/>
              </a:rPr>
              <a:t>Week 10  •  November 1 - 5, 2026  •  Mr. Ibrahim Ahmad  •  EDUGATES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155448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92807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3864"/>
                </a:solidFill>
                <a:latin typeface="Arial"/>
              </a:rPr>
              <a:t>Task 1 - Label the mid-ocean ridge, the deep-sea trench and the two continents.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87752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B03030"/>
                </a:solidFill>
                <a:latin typeface="Arial"/>
              </a:rPr>
              <a:t>Answer: The tall underwater peaks near the middle = mid-ocean ridge; the deep narrow slot = trench; the high blocks at the edges = continents.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474720"/>
            <a:ext cx="10881360" cy="155448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584448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3864"/>
                </a:solidFill>
                <a:latin typeface="Arial"/>
              </a:rPr>
              <a:t>Task 2 - Where do you predict the seafloor is youngest? Explain.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79392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B03030"/>
                </a:solidFill>
                <a:latin typeface="Arial"/>
              </a:rPr>
              <a:t>Answer: At the mid-ocean ridge - that is where new seafloor forms and then moves away on both sides.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9601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DEEBF7"/>
                </a:solidFill>
                <a:latin typeface="Arial"/>
              </a:rPr>
              <a:t>GRADE 7  |  DYNAMIC EARTH - L2  |  PART 1</a:t>
            </a:r>
          </a:p>
        </p:txBody>
      </p:sp>
      <p:pic>
        <p:nvPicPr>
          <p:cNvPr id="6" name="Picture 5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1672" y="109728"/>
            <a:ext cx="539496" cy="8046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1225296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F3864"/>
                </a:solidFill>
                <a:latin typeface="Arial"/>
              </a:rPr>
              <a:t>Group Activity: Evidence Cards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6473952"/>
            <a:ext cx="5394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Arial"/>
              </a:rPr>
              <a:t>Week 10  •  November 1 - 5, 2026  •  Mr. Ibrahim Ahmad  •  EDUGATES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10881360" cy="77724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828800"/>
            <a:ext cx="128016" cy="77724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929384"/>
            <a:ext cx="103327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3864"/>
                </a:solidFill>
                <a:latin typeface="Arial"/>
              </a:rPr>
              <a:t>Your mission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286000"/>
            <a:ext cx="1033272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F2937"/>
                </a:solidFill>
                <a:latin typeface="Arial"/>
              </a:rPr>
              <a:t>Each group receives shuffled discovery cards: drift evidence, sonar, ridges, trenches (and two mystery cards for tomorrow).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697480"/>
            <a:ext cx="10881360" cy="77724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697480"/>
            <a:ext cx="128016" cy="77724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2798064"/>
            <a:ext cx="103327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3864"/>
                </a:solidFill>
                <a:latin typeface="Arial"/>
              </a:rPr>
              <a:t>Step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154680"/>
            <a:ext cx="1033272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F2937"/>
                </a:solidFill>
                <a:latin typeface="Arial"/>
              </a:rPr>
              <a:t>Order the cards in time - what was discovered first, next, last?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566160"/>
            <a:ext cx="10881360" cy="77724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566160"/>
            <a:ext cx="128016" cy="77724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666744"/>
            <a:ext cx="103327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3864"/>
                </a:solidFill>
                <a:latin typeface="Arial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023360"/>
            <a:ext cx="1033272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F2937"/>
                </a:solidFill>
                <a:latin typeface="Arial"/>
              </a:rPr>
              <a:t>For each card, write one sentence: what did this discovery add to the story?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434840"/>
            <a:ext cx="10881360" cy="77724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434840"/>
            <a:ext cx="128016" cy="77724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535424"/>
            <a:ext cx="103327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3864"/>
                </a:solidFill>
                <a:latin typeface="Arial"/>
              </a:rPr>
              <a:t>Step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4892040"/>
            <a:ext cx="1033272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F2937"/>
                </a:solidFill>
                <a:latin typeface="Arial"/>
              </a:rPr>
              <a:t>Vote: which discovery changed the story the most? Defend your vote.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303520"/>
            <a:ext cx="10881360" cy="77724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5303520"/>
            <a:ext cx="128016" cy="77724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5404104"/>
            <a:ext cx="103327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3864"/>
                </a:solidFill>
                <a:latin typeface="Arial"/>
              </a:rPr>
              <a:t>Materials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5760720"/>
            <a:ext cx="1033272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F2937"/>
                </a:solidFill>
                <a:latin typeface="Arial"/>
              </a:rPr>
              <a:t>Discovery card sets - Worksheets on Classera.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9601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DEEBF7"/>
                </a:solidFill>
                <a:latin typeface="Arial"/>
              </a:rPr>
              <a:t>GRADE 7  |  DYNAMIC EARTH - L2  |  PART 1</a:t>
            </a:r>
          </a:p>
        </p:txBody>
      </p:sp>
      <p:pic>
        <p:nvPicPr>
          <p:cNvPr id="6" name="Picture 5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1672" y="109728"/>
            <a:ext cx="539496" cy="8046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1225296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F3864"/>
                </a:solidFill>
                <a:latin typeface="Arial"/>
              </a:rPr>
              <a:t>Check for Understanding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6473952"/>
            <a:ext cx="5394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Arial"/>
              </a:rPr>
              <a:t>Week 10  •  November 1 - 5, 2026  •  Mr. Ibrahim Ahmad  •  EDUGATES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7863840" cy="86868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92807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E7C86"/>
                </a:solidFill>
                <a:latin typeface="Arial"/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1874519"/>
            <a:ext cx="69494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F3864"/>
                </a:solidFill>
                <a:latin typeface="Arial"/>
              </a:rPr>
              <a:t>Why did most scientists reject Wegener’s continental drift hypothesis?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788920"/>
            <a:ext cx="7863840" cy="86868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898648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E7C86"/>
                </a:solidFill>
                <a:latin typeface="Arial"/>
              </a:rPr>
              <a:t>Q2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880360"/>
            <a:ext cx="69494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F3864"/>
                </a:solidFill>
                <a:latin typeface="Arial"/>
              </a:rPr>
              <a:t>What does sonar measure, and what did it reveal about the ocean floor?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94760"/>
            <a:ext cx="7863840" cy="86868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904488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E7C86"/>
                </a:solidFill>
                <a:latin typeface="Arial"/>
              </a:rPr>
              <a:t>Q3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886200"/>
            <a:ext cx="69494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F3864"/>
                </a:solidFill>
                <a:latin typeface="Arial"/>
              </a:rPr>
              <a:t>Name the two great seafloor features discovered by sonar mapping.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32520" y="1783080"/>
            <a:ext cx="2834640" cy="393192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0" y="196596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BF8F00"/>
                </a:solidFill>
                <a:latin typeface="Arial"/>
              </a:rPr>
              <a:t>EXIT TICKET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2423160"/>
            <a:ext cx="237744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Arial"/>
              </a:rPr>
              <a:t>Finish the sentence: “A scientific idea needs more than evidence - it also needs…”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23360" y="5715000"/>
            <a:ext cx="4114800" cy="640080"/>
          </a:xfrm>
          <a:prstGeom prst="round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6240" y="5870448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Arial"/>
              </a:rPr>
              <a:t>Homework on Classera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