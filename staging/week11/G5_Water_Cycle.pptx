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5 Science  |  Topic 3: Earth's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2: Hydrosphere and Atmosphere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1: Earth's Water and the Water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Sunday, October 25, 2026  •  Period 4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Identify where Earth's water is found - oceans, ice, rivers, lakes and groundwater.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the main processes of the water cycle: evaporation, condensation, precipitation and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why water moves between Earth's spheres - and what provides the energy.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You step in a puddle in the morning. By afternoon, the puddle is GONE. Where did the water go?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Yesterday we modeled the GEOSPHERE (land) and BIOSPHERE (living things). Today we add two more spheres: the HYDROSPHERE and the ATMOSPHERE.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write one sentence with your best idea, then compare with your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hydrosphere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All the water on Earth - oceans, ice, rivers, lakes and groundwater.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atmosphere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blanket of gases that surrounds Earth.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evaporation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Liquid water warms up and changes into water vapor (a gas).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condensation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vapor cools and changes back into tiny liquid drops - clouds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precipitation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Water falls from clouds: rain, snow, sleet or hail.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water 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journey water takes, over and over, between Earth and the sky.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Hydrosphere: Where Is Earth's Water?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The hydrosphere is ALL of Earth's water. But it is not shared evenly: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Oceans (salty water)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103120"/>
            <a:ext cx="6583680" cy="38404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0" y="2103120"/>
            <a:ext cx="6386169" cy="38404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15369" y="21214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~97%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Ice caps and glaciers (frozen fresh water)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788920"/>
            <a:ext cx="6583680" cy="38404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2788920"/>
            <a:ext cx="22860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0873" y="28072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~2%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Liquid fresh water - lakes, rivers, groundwater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474720"/>
            <a:ext cx="6583680" cy="38404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3474720"/>
            <a:ext cx="228600" cy="38404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5036" y="3493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F8F00"/>
                </a:solidFill>
                <a:latin typeface="Arial"/>
              </a:rPr>
              <a:t>~1%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891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Wow fact: 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almost all liquid fresh water is hidden underground. The water in rivers and lakes is a tiny slice of Earth's water!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Discussion: 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Why do people worry about saving water, even though Earth is covered in water?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Water Cycle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pic>
        <p:nvPicPr>
          <p:cNvPr id="8" name="Picture 7" descr="water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7635240" cy="42888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920240"/>
            <a:ext cx="3566160" cy="31089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03120"/>
            <a:ext cx="3108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The same water is used again and again.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The Sun heats the ocean. Water rises as vapor, cools into clouds, falls as rain, and flows back to the sea.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The Sun's energy drives the WHOLE 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NASA (public domain)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Four Key Processes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2651760" cy="987552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237744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1. EVAPORATION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8092440" cy="9875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17904"/>
            <a:ext cx="76809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The Sun heats water in oceans, lakes and rivers. It changes into water vapor and 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96896"/>
            <a:ext cx="2651760" cy="987552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37744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2. CONDENSATION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96896"/>
            <a:ext cx="8092440" cy="9875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76809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High up, the air is cold. Vapor cools into tiny drops - a cloud is born.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2651760" cy="987552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85615"/>
            <a:ext cx="237744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3. PRECIPITATION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30752"/>
            <a:ext cx="8092440" cy="9875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785615"/>
            <a:ext cx="76809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Drops grow heavy and fall: rain, snow, sleet or hail.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64608"/>
            <a:ext cx="2651760" cy="987552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19472"/>
            <a:ext cx="237744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4. COLLECTION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864608"/>
            <a:ext cx="8092440" cy="9875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919472"/>
            <a:ext cx="768096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Water gathers in rivers, lakes and oceans - and soaks into the ground. The cycle starts again!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6035040"/>
            <a:ext cx="10881360" cy="5486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Bonus: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plants also release water vapor from their leaves: transpiration.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Why Does Water Move Between the Spheres?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3520440" cy="1737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F8F00"/>
                </a:solidFill>
                <a:latin typeface="Arial"/>
              </a:rPr>
              <a:t>THE SUN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Heats the hydrosphere and gives energy for evaporation.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463040"/>
            <a:ext cx="3520440" cy="1737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2763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F8F00"/>
                </a:solidFill>
                <a:latin typeface="Arial"/>
              </a:rPr>
              <a:t>GRAVITY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0312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Pulls precipitation down and makes rivers flow downhill.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63040"/>
            <a:ext cx="3520440" cy="1737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2763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F8F00"/>
                </a:solidFill>
                <a:latin typeface="Arial"/>
              </a:rPr>
              <a:t>WIND (atmosphere)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103120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Carries clouds and water vapor across the planet.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10881360" cy="13716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3864"/>
                </a:solidFill>
                <a:latin typeface="Arial"/>
              </a:rPr>
              <a:t>Water connects all four spheres: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hydrosphere (ocean) → atmosphere (vapor and clouds) → geosphere (rain on land, rivers) → biosphere (plants and animals drink and use it).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Think: 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What would happen to the water cycle if the Sun suddenly stopped shining?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Trace a Water Droplet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Imagine you are ONE drop of water in the Red Sea. Tell your journey using our vocabulary 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10881360" cy="65836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66544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Start: the drop floats in the warm Red Sea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16352"/>
            <a:ext cx="10881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86207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871216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Sun heats it → EVAPORATION into the atmosphere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21024"/>
            <a:ext cx="10881360" cy="65836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66674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675887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It cools high up → CONDENSATION into a 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25696"/>
            <a:ext cx="1088136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47141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480559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The drop falls → PRECIPITATION as rain on land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30368"/>
            <a:ext cx="10881360" cy="65836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5276088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5285231"/>
            <a:ext cx="9784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It flows in a river → COLLECTION back to the sea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4476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Challenge: can your journey visit a GLACIER or UNDERGROUND water on the way?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Draw the Water Cycle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draw a big water cycle poster: the Sun, the sea, clouds, rain and a river.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Label the four processes with arrows: evaporation, condensation, precipitation, collection.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Add ONE sphere label at each step: hydrosphere, atmosphere, geosphere or biosphere.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Be ready to explain your poster in 30 seconds.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all four processes labeled with correct arrows + at least two spheres named.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5  |  T3 L2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Which process turns liquid water into water vapor?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Where is most of Earth's water found?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provides the energy that drives the water cycle?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explain how the Sun drives the water cycle, using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